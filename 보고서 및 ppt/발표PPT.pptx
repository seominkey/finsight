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72" r:id="rId9"/>
    <p:sldId id="273" r:id="rId10"/>
    <p:sldId id="274" r:id="rId11"/>
    <p:sldId id="276" r:id="rId12"/>
    <p:sldId id="264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68" r:id="rId21"/>
    <p:sldId id="269" r:id="rId22"/>
    <p:sldId id="284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89790"/>
  </p:normalViewPr>
  <p:slideViewPr>
    <p:cSldViewPr snapToGrid="0" snapToObjects="1">
      <p:cViewPr varScale="1">
        <p:scale>
          <a:sx n="137" d="100"/>
          <a:sy n="137" d="100"/>
        </p:scale>
        <p:origin x="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49C6D-3BC2-426D-9A84-CB309C1FD65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3F949029-9D78-448C-BE33-62E40A0CC5D7}">
      <dgm:prSet phldrT="[텍스트]"/>
      <dgm:spPr/>
      <dgm:t>
        <a:bodyPr/>
        <a:lstStyle/>
        <a:p>
          <a:pPr latinLnBrk="1"/>
          <a:r>
            <a:rPr lang="ko-KR" altLang="en-US" dirty="0"/>
            <a:t>모델 학습</a:t>
          </a:r>
        </a:p>
      </dgm:t>
    </dgm:pt>
    <dgm:pt modelId="{ACFE508B-A96A-4A2D-A915-D3116B6B651D}" type="parTrans" cxnId="{AA0587F8-B30C-4AEB-88D5-CF2F291817C4}">
      <dgm:prSet/>
      <dgm:spPr/>
      <dgm:t>
        <a:bodyPr/>
        <a:lstStyle/>
        <a:p>
          <a:pPr latinLnBrk="1"/>
          <a:endParaRPr lang="ko-KR" altLang="en-US"/>
        </a:p>
      </dgm:t>
    </dgm:pt>
    <dgm:pt modelId="{C0F6BB36-9470-4F1D-8E18-630E141F14C3}" type="sibTrans" cxnId="{AA0587F8-B30C-4AEB-88D5-CF2F291817C4}">
      <dgm:prSet/>
      <dgm:spPr/>
      <dgm:t>
        <a:bodyPr/>
        <a:lstStyle/>
        <a:p>
          <a:pPr latinLnBrk="1"/>
          <a:endParaRPr lang="ko-KR" altLang="en-US"/>
        </a:p>
      </dgm:t>
    </dgm:pt>
    <dgm:pt modelId="{A5B47629-0BE7-4E7B-8099-8BEA521D077D}">
      <dgm:prSet phldrT="[텍스트]"/>
      <dgm:spPr/>
      <dgm:t>
        <a:bodyPr/>
        <a:lstStyle/>
        <a:p>
          <a:pPr latinLnBrk="1"/>
          <a:r>
            <a:rPr lang="ko-KR" altLang="en-US" dirty="0"/>
            <a:t>평가 및 결과 비교</a:t>
          </a:r>
        </a:p>
      </dgm:t>
    </dgm:pt>
    <dgm:pt modelId="{2D548948-2E2E-4DA9-8CD6-86B81B89EC58}" type="parTrans" cxnId="{F279A21F-E5B1-4BEC-9F80-874C225FBD82}">
      <dgm:prSet/>
      <dgm:spPr/>
      <dgm:t>
        <a:bodyPr/>
        <a:lstStyle/>
        <a:p>
          <a:pPr latinLnBrk="1"/>
          <a:endParaRPr lang="ko-KR" altLang="en-US"/>
        </a:p>
      </dgm:t>
    </dgm:pt>
    <dgm:pt modelId="{069E9403-30EC-4584-A38E-C0E89583B268}" type="sibTrans" cxnId="{F279A21F-E5B1-4BEC-9F80-874C225FBD82}">
      <dgm:prSet/>
      <dgm:spPr/>
      <dgm:t>
        <a:bodyPr/>
        <a:lstStyle/>
        <a:p>
          <a:pPr latinLnBrk="1"/>
          <a:endParaRPr lang="ko-KR" altLang="en-US"/>
        </a:p>
      </dgm:t>
    </dgm:pt>
    <dgm:pt modelId="{150160B3-A545-44B5-A73F-844DB033EE7E}">
      <dgm:prSet phldrT="[텍스트]"/>
      <dgm:spPr/>
      <dgm:t>
        <a:bodyPr/>
        <a:lstStyle/>
        <a:p>
          <a:pPr latinLnBrk="1"/>
          <a:r>
            <a:rPr lang="ko-KR" altLang="en-US" dirty="0" err="1"/>
            <a:t>하이퍼파라미터</a:t>
          </a:r>
          <a:r>
            <a:rPr lang="ko-KR" altLang="en-US" dirty="0"/>
            <a:t> 튜닝</a:t>
          </a:r>
        </a:p>
      </dgm:t>
    </dgm:pt>
    <dgm:pt modelId="{302A3FCB-6D49-4FAE-BE10-9AA7D26C08A2}" type="parTrans" cxnId="{A7717E5A-41C8-49BB-9DAD-7035F246783B}">
      <dgm:prSet/>
      <dgm:spPr/>
      <dgm:t>
        <a:bodyPr/>
        <a:lstStyle/>
        <a:p>
          <a:pPr latinLnBrk="1"/>
          <a:endParaRPr lang="ko-KR" altLang="en-US"/>
        </a:p>
      </dgm:t>
    </dgm:pt>
    <dgm:pt modelId="{0DEC9B6F-A266-4D44-917C-8D0672A10CB3}" type="sibTrans" cxnId="{A7717E5A-41C8-49BB-9DAD-7035F246783B}">
      <dgm:prSet/>
      <dgm:spPr/>
      <dgm:t>
        <a:bodyPr/>
        <a:lstStyle/>
        <a:p>
          <a:pPr latinLnBrk="1"/>
          <a:endParaRPr lang="ko-KR" altLang="en-US"/>
        </a:p>
      </dgm:t>
    </dgm:pt>
    <dgm:pt modelId="{434603D8-97BF-4057-9C3D-B6718892803B}" type="pres">
      <dgm:prSet presAssocID="{D8249C6D-3BC2-426D-9A84-CB309C1FD657}" presName="Name0" presStyleCnt="0">
        <dgm:presLayoutVars>
          <dgm:dir/>
          <dgm:resizeHandles val="exact"/>
        </dgm:presLayoutVars>
      </dgm:prSet>
      <dgm:spPr/>
    </dgm:pt>
    <dgm:pt modelId="{56EABAFD-8F86-4DF1-8F59-65F1A383D98C}" type="pres">
      <dgm:prSet presAssocID="{D8249C6D-3BC2-426D-9A84-CB309C1FD657}" presName="cycle" presStyleCnt="0"/>
      <dgm:spPr/>
    </dgm:pt>
    <dgm:pt modelId="{1C90193A-8E96-4CF9-B514-14477D324C78}" type="pres">
      <dgm:prSet presAssocID="{3F949029-9D78-448C-BE33-62E40A0CC5D7}" presName="nodeFirstNode" presStyleLbl="node1" presStyleIdx="0" presStyleCnt="3">
        <dgm:presLayoutVars>
          <dgm:bulletEnabled val="1"/>
        </dgm:presLayoutVars>
      </dgm:prSet>
      <dgm:spPr/>
    </dgm:pt>
    <dgm:pt modelId="{1BDC5768-7744-4E3C-AFFD-114F7FC7B27A}" type="pres">
      <dgm:prSet presAssocID="{C0F6BB36-9470-4F1D-8E18-630E141F14C3}" presName="sibTransFirstNode" presStyleLbl="bgShp" presStyleIdx="0" presStyleCnt="1"/>
      <dgm:spPr/>
    </dgm:pt>
    <dgm:pt modelId="{FF65CD69-3261-4310-95BD-E631B9F94A1B}" type="pres">
      <dgm:prSet presAssocID="{A5B47629-0BE7-4E7B-8099-8BEA521D077D}" presName="nodeFollowingNodes" presStyleLbl="node1" presStyleIdx="1" presStyleCnt="3" custRadScaleRad="122140" custRadScaleInc="-20456">
        <dgm:presLayoutVars>
          <dgm:bulletEnabled val="1"/>
        </dgm:presLayoutVars>
      </dgm:prSet>
      <dgm:spPr/>
    </dgm:pt>
    <dgm:pt modelId="{F7F2BB40-E613-4223-9A6A-A873CEAD098A}" type="pres">
      <dgm:prSet presAssocID="{150160B3-A545-44B5-A73F-844DB033EE7E}" presName="nodeFollowingNodes" presStyleLbl="node1" presStyleIdx="2" presStyleCnt="3" custRadScaleRad="110260" custRadScaleInc="19046">
        <dgm:presLayoutVars>
          <dgm:bulletEnabled val="1"/>
        </dgm:presLayoutVars>
      </dgm:prSet>
      <dgm:spPr/>
    </dgm:pt>
  </dgm:ptLst>
  <dgm:cxnLst>
    <dgm:cxn modelId="{F279A21F-E5B1-4BEC-9F80-874C225FBD82}" srcId="{D8249C6D-3BC2-426D-9A84-CB309C1FD657}" destId="{A5B47629-0BE7-4E7B-8099-8BEA521D077D}" srcOrd="1" destOrd="0" parTransId="{2D548948-2E2E-4DA9-8CD6-86B81B89EC58}" sibTransId="{069E9403-30EC-4584-A38E-C0E89583B268}"/>
    <dgm:cxn modelId="{E7D4C038-A990-4363-B952-F503435FCD31}" type="presOf" srcId="{3F949029-9D78-448C-BE33-62E40A0CC5D7}" destId="{1C90193A-8E96-4CF9-B514-14477D324C78}" srcOrd="0" destOrd="0" presId="urn:microsoft.com/office/officeart/2005/8/layout/cycle3"/>
    <dgm:cxn modelId="{A7717E5A-41C8-49BB-9DAD-7035F246783B}" srcId="{D8249C6D-3BC2-426D-9A84-CB309C1FD657}" destId="{150160B3-A545-44B5-A73F-844DB033EE7E}" srcOrd="2" destOrd="0" parTransId="{302A3FCB-6D49-4FAE-BE10-9AA7D26C08A2}" sibTransId="{0DEC9B6F-A266-4D44-917C-8D0672A10CB3}"/>
    <dgm:cxn modelId="{792BC665-FC17-46AB-A693-182DBBFC2853}" type="presOf" srcId="{C0F6BB36-9470-4F1D-8E18-630E141F14C3}" destId="{1BDC5768-7744-4E3C-AFFD-114F7FC7B27A}" srcOrd="0" destOrd="0" presId="urn:microsoft.com/office/officeart/2005/8/layout/cycle3"/>
    <dgm:cxn modelId="{1A2929A6-7C59-4919-9FE6-5F716C1E7679}" type="presOf" srcId="{D8249C6D-3BC2-426D-9A84-CB309C1FD657}" destId="{434603D8-97BF-4057-9C3D-B6718892803B}" srcOrd="0" destOrd="0" presId="urn:microsoft.com/office/officeart/2005/8/layout/cycle3"/>
    <dgm:cxn modelId="{F17FE0BA-0B20-43AE-8F29-7DDAD62A7F73}" type="presOf" srcId="{A5B47629-0BE7-4E7B-8099-8BEA521D077D}" destId="{FF65CD69-3261-4310-95BD-E631B9F94A1B}" srcOrd="0" destOrd="0" presId="urn:microsoft.com/office/officeart/2005/8/layout/cycle3"/>
    <dgm:cxn modelId="{D8CAA7D1-A605-4B3D-88EE-3F21F7B86398}" type="presOf" srcId="{150160B3-A545-44B5-A73F-844DB033EE7E}" destId="{F7F2BB40-E613-4223-9A6A-A873CEAD098A}" srcOrd="0" destOrd="0" presId="urn:microsoft.com/office/officeart/2005/8/layout/cycle3"/>
    <dgm:cxn modelId="{AA0587F8-B30C-4AEB-88D5-CF2F291817C4}" srcId="{D8249C6D-3BC2-426D-9A84-CB309C1FD657}" destId="{3F949029-9D78-448C-BE33-62E40A0CC5D7}" srcOrd="0" destOrd="0" parTransId="{ACFE508B-A96A-4A2D-A915-D3116B6B651D}" sibTransId="{C0F6BB36-9470-4F1D-8E18-630E141F14C3}"/>
    <dgm:cxn modelId="{3496D3B3-0C04-4D4B-862C-44D0B4017C0D}" type="presParOf" srcId="{434603D8-97BF-4057-9C3D-B6718892803B}" destId="{56EABAFD-8F86-4DF1-8F59-65F1A383D98C}" srcOrd="0" destOrd="0" presId="urn:microsoft.com/office/officeart/2005/8/layout/cycle3"/>
    <dgm:cxn modelId="{48BE7A22-68C8-489E-A6A8-593B578732F6}" type="presParOf" srcId="{56EABAFD-8F86-4DF1-8F59-65F1A383D98C}" destId="{1C90193A-8E96-4CF9-B514-14477D324C78}" srcOrd="0" destOrd="0" presId="urn:microsoft.com/office/officeart/2005/8/layout/cycle3"/>
    <dgm:cxn modelId="{C3A3FDD9-ECB2-4350-982C-A1925B4296AB}" type="presParOf" srcId="{56EABAFD-8F86-4DF1-8F59-65F1A383D98C}" destId="{1BDC5768-7744-4E3C-AFFD-114F7FC7B27A}" srcOrd="1" destOrd="0" presId="urn:microsoft.com/office/officeart/2005/8/layout/cycle3"/>
    <dgm:cxn modelId="{9D1B7C4F-2768-4FB1-8A73-CD18F81A5F69}" type="presParOf" srcId="{56EABAFD-8F86-4DF1-8F59-65F1A383D98C}" destId="{FF65CD69-3261-4310-95BD-E631B9F94A1B}" srcOrd="2" destOrd="0" presId="urn:microsoft.com/office/officeart/2005/8/layout/cycle3"/>
    <dgm:cxn modelId="{9FB614FE-77BA-4BB6-8959-73585ACC7CC1}" type="presParOf" srcId="{56EABAFD-8F86-4DF1-8F59-65F1A383D98C}" destId="{F7F2BB40-E613-4223-9A6A-A873CEAD098A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7B8B8B-C539-4E95-89E4-E3BF9F20493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224C6BA-936F-4827-B431-F288CD2BFE8A}">
      <dgm:prSet phldrT="[텍스트]"/>
      <dgm:spPr/>
      <dgm:t>
        <a:bodyPr/>
        <a:lstStyle/>
        <a:p>
          <a:pPr latinLnBrk="1"/>
          <a:r>
            <a:rPr lang="ko-KR" altLang="en-US" dirty="0"/>
            <a:t>환경구축</a:t>
          </a:r>
        </a:p>
      </dgm:t>
    </dgm:pt>
    <dgm:pt modelId="{DAE75730-D12D-47E0-A56A-AD50FEAF95A4}" type="parTrans" cxnId="{4288571A-F58A-41DB-971C-FAA754687B15}">
      <dgm:prSet/>
      <dgm:spPr/>
      <dgm:t>
        <a:bodyPr/>
        <a:lstStyle/>
        <a:p>
          <a:pPr latinLnBrk="1"/>
          <a:endParaRPr lang="ko-KR" altLang="en-US"/>
        </a:p>
      </dgm:t>
    </dgm:pt>
    <dgm:pt modelId="{BEC2FCBB-569D-4869-82BE-69A3B9311960}" type="sibTrans" cxnId="{4288571A-F58A-41DB-971C-FAA754687B15}">
      <dgm:prSet/>
      <dgm:spPr/>
      <dgm:t>
        <a:bodyPr/>
        <a:lstStyle/>
        <a:p>
          <a:pPr latinLnBrk="1"/>
          <a:endParaRPr lang="ko-KR" altLang="en-US"/>
        </a:p>
      </dgm:t>
    </dgm:pt>
    <dgm:pt modelId="{96AF48E9-3064-46BD-974B-3D82D6FCCC2C}">
      <dgm:prSet phldrT="[텍스트]"/>
      <dgm:spPr/>
      <dgm:t>
        <a:bodyPr/>
        <a:lstStyle/>
        <a:p>
          <a:pPr latinLnBrk="1"/>
          <a:r>
            <a:rPr lang="ko-KR" altLang="en-US" dirty="0"/>
            <a:t>데이터셋 </a:t>
          </a:r>
          <a:endParaRPr lang="en-US" altLang="ko-KR" dirty="0"/>
        </a:p>
        <a:p>
          <a:pPr latinLnBrk="1"/>
          <a:r>
            <a:rPr lang="ko-KR" altLang="en-US" dirty="0"/>
            <a:t>준비 및 분석</a:t>
          </a:r>
        </a:p>
      </dgm:t>
    </dgm:pt>
    <dgm:pt modelId="{D330E013-D2EF-4072-B608-1CB51225F7FA}" type="parTrans" cxnId="{48112931-BA1F-45C8-82BA-C8FCEF88BBF8}">
      <dgm:prSet/>
      <dgm:spPr/>
      <dgm:t>
        <a:bodyPr/>
        <a:lstStyle/>
        <a:p>
          <a:pPr latinLnBrk="1"/>
          <a:endParaRPr lang="ko-KR" altLang="en-US"/>
        </a:p>
      </dgm:t>
    </dgm:pt>
    <dgm:pt modelId="{3B31ADE9-CB6C-49B3-884D-FCF6B97CBC0E}" type="sibTrans" cxnId="{48112931-BA1F-45C8-82BA-C8FCEF88BBF8}">
      <dgm:prSet/>
      <dgm:spPr/>
      <dgm:t>
        <a:bodyPr/>
        <a:lstStyle/>
        <a:p>
          <a:pPr latinLnBrk="1"/>
          <a:endParaRPr lang="ko-KR" altLang="en-US"/>
        </a:p>
      </dgm:t>
    </dgm:pt>
    <dgm:pt modelId="{0D92ECE6-2C64-4AF4-AD32-8A9995C376EF}">
      <dgm:prSet phldrT="[텍스트]"/>
      <dgm:spPr/>
      <dgm:t>
        <a:bodyPr/>
        <a:lstStyle/>
        <a:p>
          <a:pPr latinLnBrk="1"/>
          <a:r>
            <a:rPr lang="ko-KR" altLang="en-US" dirty="0"/>
            <a:t>데이터 </a:t>
          </a:r>
          <a:endParaRPr lang="en-US" altLang="ko-KR" dirty="0"/>
        </a:p>
        <a:p>
          <a:pPr latinLnBrk="1"/>
          <a:r>
            <a:rPr lang="ko-KR" altLang="en-US" dirty="0" err="1"/>
            <a:t>전처리</a:t>
          </a:r>
          <a:endParaRPr lang="ko-KR" altLang="en-US" dirty="0"/>
        </a:p>
      </dgm:t>
    </dgm:pt>
    <dgm:pt modelId="{4979C556-EDF5-484B-A03A-CBBF6F7D9F93}" type="parTrans" cxnId="{BA4796D1-A700-4112-BA8F-9BAF45EABB27}">
      <dgm:prSet/>
      <dgm:spPr/>
      <dgm:t>
        <a:bodyPr/>
        <a:lstStyle/>
        <a:p>
          <a:pPr latinLnBrk="1"/>
          <a:endParaRPr lang="ko-KR" altLang="en-US"/>
        </a:p>
      </dgm:t>
    </dgm:pt>
    <dgm:pt modelId="{12009533-0687-484C-B9FC-6B2D2BFCF9FB}" type="sibTrans" cxnId="{BA4796D1-A700-4112-BA8F-9BAF45EABB27}">
      <dgm:prSet/>
      <dgm:spPr/>
      <dgm:t>
        <a:bodyPr/>
        <a:lstStyle/>
        <a:p>
          <a:pPr latinLnBrk="1"/>
          <a:endParaRPr lang="ko-KR" altLang="en-US"/>
        </a:p>
      </dgm:t>
    </dgm:pt>
    <dgm:pt modelId="{093B2E22-A4C6-4890-8EB4-992D43908220}" type="pres">
      <dgm:prSet presAssocID="{807B8B8B-C539-4E95-89E4-E3BF9F20493F}" presName="CompostProcess" presStyleCnt="0">
        <dgm:presLayoutVars>
          <dgm:dir/>
          <dgm:resizeHandles val="exact"/>
        </dgm:presLayoutVars>
      </dgm:prSet>
      <dgm:spPr/>
    </dgm:pt>
    <dgm:pt modelId="{68E3994B-15D9-491D-AACF-DBFC2D2E5D15}" type="pres">
      <dgm:prSet presAssocID="{807B8B8B-C539-4E95-89E4-E3BF9F20493F}" presName="arrow" presStyleLbl="bgShp" presStyleIdx="0" presStyleCnt="1"/>
      <dgm:spPr/>
    </dgm:pt>
    <dgm:pt modelId="{D2CDCE1B-D1B4-473F-BFA6-5FA20A48C0B2}" type="pres">
      <dgm:prSet presAssocID="{807B8B8B-C539-4E95-89E4-E3BF9F20493F}" presName="linearProcess" presStyleCnt="0"/>
      <dgm:spPr/>
    </dgm:pt>
    <dgm:pt modelId="{85054847-FC82-4AF9-98E8-83249CEFDE4E}" type="pres">
      <dgm:prSet presAssocID="{D224C6BA-936F-4827-B431-F288CD2BFE8A}" presName="textNode" presStyleLbl="node1" presStyleIdx="0" presStyleCnt="3">
        <dgm:presLayoutVars>
          <dgm:bulletEnabled val="1"/>
        </dgm:presLayoutVars>
      </dgm:prSet>
      <dgm:spPr/>
    </dgm:pt>
    <dgm:pt modelId="{CC417EC1-819A-42F5-BD28-BFE6AB07B671}" type="pres">
      <dgm:prSet presAssocID="{BEC2FCBB-569D-4869-82BE-69A3B9311960}" presName="sibTrans" presStyleCnt="0"/>
      <dgm:spPr/>
    </dgm:pt>
    <dgm:pt modelId="{A364BCF4-BCF1-43F6-90D1-0F06A295DE86}" type="pres">
      <dgm:prSet presAssocID="{96AF48E9-3064-46BD-974B-3D82D6FCCC2C}" presName="textNode" presStyleLbl="node1" presStyleIdx="1" presStyleCnt="3">
        <dgm:presLayoutVars>
          <dgm:bulletEnabled val="1"/>
        </dgm:presLayoutVars>
      </dgm:prSet>
      <dgm:spPr/>
    </dgm:pt>
    <dgm:pt modelId="{E9B89AE3-A42E-4309-A9C7-8E1B915796BE}" type="pres">
      <dgm:prSet presAssocID="{3B31ADE9-CB6C-49B3-884D-FCF6B97CBC0E}" presName="sibTrans" presStyleCnt="0"/>
      <dgm:spPr/>
    </dgm:pt>
    <dgm:pt modelId="{A4E729FE-6607-48D4-8178-BA73962824C4}" type="pres">
      <dgm:prSet presAssocID="{0D92ECE6-2C64-4AF4-AD32-8A9995C376E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6B82B0A-4637-4CAE-836E-F20DEB3DC163}" type="presOf" srcId="{D224C6BA-936F-4827-B431-F288CD2BFE8A}" destId="{85054847-FC82-4AF9-98E8-83249CEFDE4E}" srcOrd="0" destOrd="0" presId="urn:microsoft.com/office/officeart/2005/8/layout/hProcess9"/>
    <dgm:cxn modelId="{4288571A-F58A-41DB-971C-FAA754687B15}" srcId="{807B8B8B-C539-4E95-89E4-E3BF9F20493F}" destId="{D224C6BA-936F-4827-B431-F288CD2BFE8A}" srcOrd="0" destOrd="0" parTransId="{DAE75730-D12D-47E0-A56A-AD50FEAF95A4}" sibTransId="{BEC2FCBB-569D-4869-82BE-69A3B9311960}"/>
    <dgm:cxn modelId="{48112931-BA1F-45C8-82BA-C8FCEF88BBF8}" srcId="{807B8B8B-C539-4E95-89E4-E3BF9F20493F}" destId="{96AF48E9-3064-46BD-974B-3D82D6FCCC2C}" srcOrd="1" destOrd="0" parTransId="{D330E013-D2EF-4072-B608-1CB51225F7FA}" sibTransId="{3B31ADE9-CB6C-49B3-884D-FCF6B97CBC0E}"/>
    <dgm:cxn modelId="{528C9673-5FF3-436D-81D0-A0C0EB13E8A9}" type="presOf" srcId="{0D92ECE6-2C64-4AF4-AD32-8A9995C376EF}" destId="{A4E729FE-6607-48D4-8178-BA73962824C4}" srcOrd="0" destOrd="0" presId="urn:microsoft.com/office/officeart/2005/8/layout/hProcess9"/>
    <dgm:cxn modelId="{F3972187-40FE-4C7F-AB21-8D6DD37A7D29}" type="presOf" srcId="{807B8B8B-C539-4E95-89E4-E3BF9F20493F}" destId="{093B2E22-A4C6-4890-8EB4-992D43908220}" srcOrd="0" destOrd="0" presId="urn:microsoft.com/office/officeart/2005/8/layout/hProcess9"/>
    <dgm:cxn modelId="{F851C3CD-A223-4B7F-B58A-0773369F2505}" type="presOf" srcId="{96AF48E9-3064-46BD-974B-3D82D6FCCC2C}" destId="{A364BCF4-BCF1-43F6-90D1-0F06A295DE86}" srcOrd="0" destOrd="0" presId="urn:microsoft.com/office/officeart/2005/8/layout/hProcess9"/>
    <dgm:cxn modelId="{BA4796D1-A700-4112-BA8F-9BAF45EABB27}" srcId="{807B8B8B-C539-4E95-89E4-E3BF9F20493F}" destId="{0D92ECE6-2C64-4AF4-AD32-8A9995C376EF}" srcOrd="2" destOrd="0" parTransId="{4979C556-EDF5-484B-A03A-CBBF6F7D9F93}" sibTransId="{12009533-0687-484C-B9FC-6B2D2BFCF9FB}"/>
    <dgm:cxn modelId="{AEE180E5-3B9C-4288-A1AA-ADC4510A7EB2}" type="presParOf" srcId="{093B2E22-A4C6-4890-8EB4-992D43908220}" destId="{68E3994B-15D9-491D-AACF-DBFC2D2E5D15}" srcOrd="0" destOrd="0" presId="urn:microsoft.com/office/officeart/2005/8/layout/hProcess9"/>
    <dgm:cxn modelId="{00C55488-CD9C-4F17-B089-33BEC0B632B5}" type="presParOf" srcId="{093B2E22-A4C6-4890-8EB4-992D43908220}" destId="{D2CDCE1B-D1B4-473F-BFA6-5FA20A48C0B2}" srcOrd="1" destOrd="0" presId="urn:microsoft.com/office/officeart/2005/8/layout/hProcess9"/>
    <dgm:cxn modelId="{3D38E12C-14AB-4D4B-AB45-6B3722F3887D}" type="presParOf" srcId="{D2CDCE1B-D1B4-473F-BFA6-5FA20A48C0B2}" destId="{85054847-FC82-4AF9-98E8-83249CEFDE4E}" srcOrd="0" destOrd="0" presId="urn:microsoft.com/office/officeart/2005/8/layout/hProcess9"/>
    <dgm:cxn modelId="{B33BDA7F-E1BA-43EC-99EB-F5923F4E8F99}" type="presParOf" srcId="{D2CDCE1B-D1B4-473F-BFA6-5FA20A48C0B2}" destId="{CC417EC1-819A-42F5-BD28-BFE6AB07B671}" srcOrd="1" destOrd="0" presId="urn:microsoft.com/office/officeart/2005/8/layout/hProcess9"/>
    <dgm:cxn modelId="{EADE489D-B9A0-47C1-81CC-683B4D5D1673}" type="presParOf" srcId="{D2CDCE1B-D1B4-473F-BFA6-5FA20A48C0B2}" destId="{A364BCF4-BCF1-43F6-90D1-0F06A295DE86}" srcOrd="2" destOrd="0" presId="urn:microsoft.com/office/officeart/2005/8/layout/hProcess9"/>
    <dgm:cxn modelId="{D72C813C-9402-415C-9B93-7E29C37ED4FC}" type="presParOf" srcId="{D2CDCE1B-D1B4-473F-BFA6-5FA20A48C0B2}" destId="{E9B89AE3-A42E-4309-A9C7-8E1B915796BE}" srcOrd="3" destOrd="0" presId="urn:microsoft.com/office/officeart/2005/8/layout/hProcess9"/>
    <dgm:cxn modelId="{0FD5C3CE-D704-4E46-ADFE-7396F6ADA53D}" type="presParOf" srcId="{D2CDCE1B-D1B4-473F-BFA6-5FA20A48C0B2}" destId="{A4E729FE-6607-48D4-8178-BA73962824C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877AB2-575B-4AD0-88A8-8C65D9E32FD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C02D000-BFCD-41D2-BE43-4DF8DEE00397}">
      <dgm:prSet phldrT="[텍스트]"/>
      <dgm:spPr>
        <a:solidFill>
          <a:schemeClr val="accent4">
            <a:lumMod val="75000"/>
          </a:schemeClr>
        </a:solidFill>
      </dgm:spPr>
      <dgm:t>
        <a:bodyPr/>
        <a:lstStyle/>
        <a:p>
          <a:pPr latinLnBrk="1"/>
          <a:r>
            <a:rPr lang="en-US" altLang="ko-KR" dirty="0"/>
            <a:t>label</a:t>
          </a:r>
          <a:endParaRPr lang="ko-KR" altLang="en-US" dirty="0"/>
        </a:p>
      </dgm:t>
    </dgm:pt>
    <dgm:pt modelId="{D1645457-8100-4260-9AAC-0D67128D69D6}" type="parTrans" cxnId="{CB5AA5FA-0588-4BA8-88D5-FF80EEC83539}">
      <dgm:prSet/>
      <dgm:spPr/>
      <dgm:t>
        <a:bodyPr/>
        <a:lstStyle/>
        <a:p>
          <a:pPr latinLnBrk="1"/>
          <a:endParaRPr lang="ko-KR" altLang="en-US"/>
        </a:p>
      </dgm:t>
    </dgm:pt>
    <dgm:pt modelId="{FD3FAD0D-5342-423D-979E-10F4AB4DEA86}" type="sibTrans" cxnId="{CB5AA5FA-0588-4BA8-88D5-FF80EEC83539}">
      <dgm:prSet/>
      <dgm:spPr/>
      <dgm:t>
        <a:bodyPr/>
        <a:lstStyle/>
        <a:p>
          <a:pPr latinLnBrk="1"/>
          <a:endParaRPr lang="ko-KR" altLang="en-US"/>
        </a:p>
      </dgm:t>
    </dgm:pt>
    <dgm:pt modelId="{A86692F5-C847-4460-A41C-E8DDE123FE09}">
      <dgm:prSet phldrT="[텍스트]"/>
      <dgm:spPr>
        <a:solidFill>
          <a:srgbClr val="FF0000"/>
        </a:solidFill>
      </dgm:spPr>
      <dgm:t>
        <a:bodyPr/>
        <a:lstStyle/>
        <a:p>
          <a:pPr latinLnBrk="1"/>
          <a:r>
            <a:rPr lang="en-US" altLang="ko-KR" dirty="0"/>
            <a:t>categories</a:t>
          </a:r>
          <a:endParaRPr lang="ko-KR" altLang="en-US" dirty="0"/>
        </a:p>
      </dgm:t>
    </dgm:pt>
    <dgm:pt modelId="{65166958-BAF8-49A9-A8FC-D1E7DAB0320D}" type="parTrans" cxnId="{8E4D7EB2-8F19-4D8B-A542-5DD1D7188297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3BAB648E-A52B-4C7A-B4FD-B2D2EE300791}" type="sibTrans" cxnId="{8E4D7EB2-8F19-4D8B-A542-5DD1D7188297}">
      <dgm:prSet/>
      <dgm:spPr/>
      <dgm:t>
        <a:bodyPr/>
        <a:lstStyle/>
        <a:p>
          <a:pPr latinLnBrk="1"/>
          <a:endParaRPr lang="ko-KR" altLang="en-US"/>
        </a:p>
      </dgm:t>
    </dgm:pt>
    <dgm:pt modelId="{9692F170-1666-4E50-B979-5679E7D8B4DF}">
      <dgm:prSet phldrT="[텍스트]"/>
      <dgm:spPr>
        <a:solidFill>
          <a:srgbClr val="00B050"/>
        </a:solidFill>
      </dgm:spPr>
      <dgm:t>
        <a:bodyPr/>
        <a:lstStyle/>
        <a:p>
          <a:pPr latinLnBrk="1"/>
          <a:r>
            <a:rPr lang="en-US" altLang="ko-KR" dirty="0"/>
            <a:t>images</a:t>
          </a:r>
          <a:endParaRPr lang="ko-KR" altLang="en-US" dirty="0"/>
        </a:p>
      </dgm:t>
    </dgm:pt>
    <dgm:pt modelId="{BB6E4044-344B-4FB8-9BC1-D916A418A81C}" type="parTrans" cxnId="{2DF50A76-4ABA-43E0-A49E-45EFF6DE205D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30DD19F5-33F3-481E-A07B-AB117D1985BD}" type="sibTrans" cxnId="{2DF50A76-4ABA-43E0-A49E-45EFF6DE205D}">
      <dgm:prSet/>
      <dgm:spPr/>
      <dgm:t>
        <a:bodyPr/>
        <a:lstStyle/>
        <a:p>
          <a:pPr latinLnBrk="1"/>
          <a:endParaRPr lang="ko-KR" altLang="en-US"/>
        </a:p>
      </dgm:t>
    </dgm:pt>
    <dgm:pt modelId="{E72C1E6E-54DC-43F0-ABA2-E2879916F7CF}">
      <dgm:prSet phldrT="[텍스트]"/>
      <dgm:spPr/>
      <dgm:t>
        <a:bodyPr/>
        <a:lstStyle/>
        <a:p>
          <a:pPr latinLnBrk="1"/>
          <a:r>
            <a:rPr lang="en-US" altLang="ko-KR" dirty="0"/>
            <a:t>annotations</a:t>
          </a:r>
          <a:endParaRPr lang="ko-KR" altLang="en-US" dirty="0"/>
        </a:p>
      </dgm:t>
    </dgm:pt>
    <dgm:pt modelId="{A1A42D42-BE0C-44FD-B50C-016AACC5F6BE}" type="parTrans" cxnId="{F5A34827-87F3-4019-A57B-FA43B806F1FD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268B39D7-1D7A-42ED-852D-5C07E181E80A}" type="sibTrans" cxnId="{F5A34827-87F3-4019-A57B-FA43B806F1FD}">
      <dgm:prSet/>
      <dgm:spPr/>
      <dgm:t>
        <a:bodyPr/>
        <a:lstStyle/>
        <a:p>
          <a:pPr latinLnBrk="1"/>
          <a:endParaRPr lang="ko-KR" altLang="en-US"/>
        </a:p>
      </dgm:t>
    </dgm:pt>
    <dgm:pt modelId="{59E89A7C-783E-4F05-BF38-49D2A0CD5BEE}" type="pres">
      <dgm:prSet presAssocID="{76877AB2-575B-4AD0-88A8-8C65D9E32FD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9345ABB-E083-4E56-8353-99F7A0789A6F}" type="pres">
      <dgm:prSet presAssocID="{FC02D000-BFCD-41D2-BE43-4DF8DEE00397}" presName="hierRoot1" presStyleCnt="0">
        <dgm:presLayoutVars>
          <dgm:hierBranch val="init"/>
        </dgm:presLayoutVars>
      </dgm:prSet>
      <dgm:spPr/>
    </dgm:pt>
    <dgm:pt modelId="{66ECC72A-FF77-4781-AD8F-518BE63BD396}" type="pres">
      <dgm:prSet presAssocID="{FC02D000-BFCD-41D2-BE43-4DF8DEE00397}" presName="rootComposite1" presStyleCnt="0"/>
      <dgm:spPr/>
    </dgm:pt>
    <dgm:pt modelId="{04B437DA-1656-47B9-93C5-EBCD79D56B30}" type="pres">
      <dgm:prSet presAssocID="{FC02D000-BFCD-41D2-BE43-4DF8DEE00397}" presName="rootText1" presStyleLbl="node0" presStyleIdx="0" presStyleCnt="1">
        <dgm:presLayoutVars>
          <dgm:chPref val="3"/>
        </dgm:presLayoutVars>
      </dgm:prSet>
      <dgm:spPr/>
    </dgm:pt>
    <dgm:pt modelId="{9D333BB4-DC91-40AA-AAAB-AC4791271E4A}" type="pres">
      <dgm:prSet presAssocID="{FC02D000-BFCD-41D2-BE43-4DF8DEE00397}" presName="rootConnector1" presStyleLbl="node1" presStyleIdx="0" presStyleCnt="0"/>
      <dgm:spPr/>
    </dgm:pt>
    <dgm:pt modelId="{191E923A-10A5-47CF-839A-6EC7C9F1AE65}" type="pres">
      <dgm:prSet presAssocID="{FC02D000-BFCD-41D2-BE43-4DF8DEE00397}" presName="hierChild2" presStyleCnt="0"/>
      <dgm:spPr/>
    </dgm:pt>
    <dgm:pt modelId="{CB4881DF-4D71-43F6-9427-8D496BD316E9}" type="pres">
      <dgm:prSet presAssocID="{65166958-BAF8-49A9-A8FC-D1E7DAB0320D}" presName="Name64" presStyleLbl="parChTrans1D2" presStyleIdx="0" presStyleCnt="3"/>
      <dgm:spPr/>
    </dgm:pt>
    <dgm:pt modelId="{7C1FB76B-8249-4EB5-AC32-763F0877A997}" type="pres">
      <dgm:prSet presAssocID="{A86692F5-C847-4460-A41C-E8DDE123FE09}" presName="hierRoot2" presStyleCnt="0">
        <dgm:presLayoutVars>
          <dgm:hierBranch val="init"/>
        </dgm:presLayoutVars>
      </dgm:prSet>
      <dgm:spPr/>
    </dgm:pt>
    <dgm:pt modelId="{4D55BA3F-D2BC-452D-884B-043A7E2C4C10}" type="pres">
      <dgm:prSet presAssocID="{A86692F5-C847-4460-A41C-E8DDE123FE09}" presName="rootComposite" presStyleCnt="0"/>
      <dgm:spPr/>
    </dgm:pt>
    <dgm:pt modelId="{BAC0F035-087A-4653-9B95-48BE6E077829}" type="pres">
      <dgm:prSet presAssocID="{A86692F5-C847-4460-A41C-E8DDE123FE09}" presName="rootText" presStyleLbl="node2" presStyleIdx="0" presStyleCnt="3">
        <dgm:presLayoutVars>
          <dgm:chPref val="3"/>
        </dgm:presLayoutVars>
      </dgm:prSet>
      <dgm:spPr/>
    </dgm:pt>
    <dgm:pt modelId="{9782C5B9-02A1-4D2F-A66D-3F534875DE61}" type="pres">
      <dgm:prSet presAssocID="{A86692F5-C847-4460-A41C-E8DDE123FE09}" presName="rootConnector" presStyleLbl="node2" presStyleIdx="0" presStyleCnt="3"/>
      <dgm:spPr/>
    </dgm:pt>
    <dgm:pt modelId="{B83B4B56-DC45-448A-A059-64CEB78BEFA0}" type="pres">
      <dgm:prSet presAssocID="{A86692F5-C847-4460-A41C-E8DDE123FE09}" presName="hierChild4" presStyleCnt="0"/>
      <dgm:spPr/>
    </dgm:pt>
    <dgm:pt modelId="{2FEB7DD9-B0E2-4FD2-807B-7AC446F51409}" type="pres">
      <dgm:prSet presAssocID="{A86692F5-C847-4460-A41C-E8DDE123FE09}" presName="hierChild5" presStyleCnt="0"/>
      <dgm:spPr/>
    </dgm:pt>
    <dgm:pt modelId="{5CE4DEE9-3776-4736-B8BA-5017921C8953}" type="pres">
      <dgm:prSet presAssocID="{BB6E4044-344B-4FB8-9BC1-D916A418A81C}" presName="Name64" presStyleLbl="parChTrans1D2" presStyleIdx="1" presStyleCnt="3"/>
      <dgm:spPr/>
    </dgm:pt>
    <dgm:pt modelId="{A1ECD21D-9014-4189-A4BB-2A39C17EB9C7}" type="pres">
      <dgm:prSet presAssocID="{9692F170-1666-4E50-B979-5679E7D8B4DF}" presName="hierRoot2" presStyleCnt="0">
        <dgm:presLayoutVars>
          <dgm:hierBranch val="init"/>
        </dgm:presLayoutVars>
      </dgm:prSet>
      <dgm:spPr/>
    </dgm:pt>
    <dgm:pt modelId="{B46C4A5E-4F1E-43AF-87A3-395F412E5C1D}" type="pres">
      <dgm:prSet presAssocID="{9692F170-1666-4E50-B979-5679E7D8B4DF}" presName="rootComposite" presStyleCnt="0"/>
      <dgm:spPr/>
    </dgm:pt>
    <dgm:pt modelId="{A26FF1C0-ADD1-4E81-B93A-ECD6C7482824}" type="pres">
      <dgm:prSet presAssocID="{9692F170-1666-4E50-B979-5679E7D8B4DF}" presName="rootText" presStyleLbl="node2" presStyleIdx="1" presStyleCnt="3">
        <dgm:presLayoutVars>
          <dgm:chPref val="3"/>
        </dgm:presLayoutVars>
      </dgm:prSet>
      <dgm:spPr/>
    </dgm:pt>
    <dgm:pt modelId="{1A62720F-9FC8-4647-9E26-911C0A363B5C}" type="pres">
      <dgm:prSet presAssocID="{9692F170-1666-4E50-B979-5679E7D8B4DF}" presName="rootConnector" presStyleLbl="node2" presStyleIdx="1" presStyleCnt="3"/>
      <dgm:spPr/>
    </dgm:pt>
    <dgm:pt modelId="{CF292B60-4AF0-44EC-AABD-2361A75CFB91}" type="pres">
      <dgm:prSet presAssocID="{9692F170-1666-4E50-B979-5679E7D8B4DF}" presName="hierChild4" presStyleCnt="0"/>
      <dgm:spPr/>
    </dgm:pt>
    <dgm:pt modelId="{DD91A4B4-5EA9-4CC4-B13A-0637210371F2}" type="pres">
      <dgm:prSet presAssocID="{9692F170-1666-4E50-B979-5679E7D8B4DF}" presName="hierChild5" presStyleCnt="0"/>
      <dgm:spPr/>
    </dgm:pt>
    <dgm:pt modelId="{ABB5B33A-982C-4821-8736-81832D4FEECD}" type="pres">
      <dgm:prSet presAssocID="{A1A42D42-BE0C-44FD-B50C-016AACC5F6BE}" presName="Name64" presStyleLbl="parChTrans1D2" presStyleIdx="2" presStyleCnt="3"/>
      <dgm:spPr/>
    </dgm:pt>
    <dgm:pt modelId="{16EB77D8-9FC2-48C8-9C62-2F2F8B6DE504}" type="pres">
      <dgm:prSet presAssocID="{E72C1E6E-54DC-43F0-ABA2-E2879916F7CF}" presName="hierRoot2" presStyleCnt="0">
        <dgm:presLayoutVars>
          <dgm:hierBranch val="init"/>
        </dgm:presLayoutVars>
      </dgm:prSet>
      <dgm:spPr/>
    </dgm:pt>
    <dgm:pt modelId="{1B68E577-EB66-4906-80E8-0764010FC833}" type="pres">
      <dgm:prSet presAssocID="{E72C1E6E-54DC-43F0-ABA2-E2879916F7CF}" presName="rootComposite" presStyleCnt="0"/>
      <dgm:spPr/>
    </dgm:pt>
    <dgm:pt modelId="{64B7E759-083F-4DFC-84C8-AECE81CCEA4B}" type="pres">
      <dgm:prSet presAssocID="{E72C1E6E-54DC-43F0-ABA2-E2879916F7CF}" presName="rootText" presStyleLbl="node2" presStyleIdx="2" presStyleCnt="3">
        <dgm:presLayoutVars>
          <dgm:chPref val="3"/>
        </dgm:presLayoutVars>
      </dgm:prSet>
      <dgm:spPr/>
    </dgm:pt>
    <dgm:pt modelId="{0B73C7A3-D3ED-4EA8-9984-E92EE91A0C0B}" type="pres">
      <dgm:prSet presAssocID="{E72C1E6E-54DC-43F0-ABA2-E2879916F7CF}" presName="rootConnector" presStyleLbl="node2" presStyleIdx="2" presStyleCnt="3"/>
      <dgm:spPr/>
    </dgm:pt>
    <dgm:pt modelId="{DE4D2469-C34C-4ED3-B955-0BB55B552CD3}" type="pres">
      <dgm:prSet presAssocID="{E72C1E6E-54DC-43F0-ABA2-E2879916F7CF}" presName="hierChild4" presStyleCnt="0"/>
      <dgm:spPr/>
    </dgm:pt>
    <dgm:pt modelId="{EBF23EF5-8E11-422E-944D-D37B3EA4D5B6}" type="pres">
      <dgm:prSet presAssocID="{E72C1E6E-54DC-43F0-ABA2-E2879916F7CF}" presName="hierChild5" presStyleCnt="0"/>
      <dgm:spPr/>
    </dgm:pt>
    <dgm:pt modelId="{C3E6E52F-E99D-4810-A6ED-2694E795C0F7}" type="pres">
      <dgm:prSet presAssocID="{FC02D000-BFCD-41D2-BE43-4DF8DEE00397}" presName="hierChild3" presStyleCnt="0"/>
      <dgm:spPr/>
    </dgm:pt>
  </dgm:ptLst>
  <dgm:cxnLst>
    <dgm:cxn modelId="{D77A1B04-7D08-4002-B2E8-241E17B254D1}" type="presOf" srcId="{65166958-BAF8-49A9-A8FC-D1E7DAB0320D}" destId="{CB4881DF-4D71-43F6-9427-8D496BD316E9}" srcOrd="0" destOrd="0" presId="urn:microsoft.com/office/officeart/2009/3/layout/HorizontalOrganizationChart"/>
    <dgm:cxn modelId="{F5A34827-87F3-4019-A57B-FA43B806F1FD}" srcId="{FC02D000-BFCD-41D2-BE43-4DF8DEE00397}" destId="{E72C1E6E-54DC-43F0-ABA2-E2879916F7CF}" srcOrd="2" destOrd="0" parTransId="{A1A42D42-BE0C-44FD-B50C-016AACC5F6BE}" sibTransId="{268B39D7-1D7A-42ED-852D-5C07E181E80A}"/>
    <dgm:cxn modelId="{376FE92A-9DBA-4B54-9A52-19FFEE4FA0BF}" type="presOf" srcId="{A86692F5-C847-4460-A41C-E8DDE123FE09}" destId="{BAC0F035-087A-4653-9B95-48BE6E077829}" srcOrd="0" destOrd="0" presId="urn:microsoft.com/office/officeart/2009/3/layout/HorizontalOrganizationChart"/>
    <dgm:cxn modelId="{FF496637-2307-45E4-90BE-84F31C5B4144}" type="presOf" srcId="{76877AB2-575B-4AD0-88A8-8C65D9E32FD4}" destId="{59E89A7C-783E-4F05-BF38-49D2A0CD5BEE}" srcOrd="0" destOrd="0" presId="urn:microsoft.com/office/officeart/2009/3/layout/HorizontalOrganizationChart"/>
    <dgm:cxn modelId="{6F7CFE38-3B1E-400B-BB1B-53BE61E08ED4}" type="presOf" srcId="{A86692F5-C847-4460-A41C-E8DDE123FE09}" destId="{9782C5B9-02A1-4D2F-A66D-3F534875DE61}" srcOrd="1" destOrd="0" presId="urn:microsoft.com/office/officeart/2009/3/layout/HorizontalOrganizationChart"/>
    <dgm:cxn modelId="{9D9DEE4A-C883-4E23-AAFA-4688361EF0C6}" type="presOf" srcId="{9692F170-1666-4E50-B979-5679E7D8B4DF}" destId="{1A62720F-9FC8-4647-9E26-911C0A363B5C}" srcOrd="1" destOrd="0" presId="urn:microsoft.com/office/officeart/2009/3/layout/HorizontalOrganizationChart"/>
    <dgm:cxn modelId="{2DF50A76-4ABA-43E0-A49E-45EFF6DE205D}" srcId="{FC02D000-BFCD-41D2-BE43-4DF8DEE00397}" destId="{9692F170-1666-4E50-B979-5679E7D8B4DF}" srcOrd="1" destOrd="0" parTransId="{BB6E4044-344B-4FB8-9BC1-D916A418A81C}" sibTransId="{30DD19F5-33F3-481E-A07B-AB117D1985BD}"/>
    <dgm:cxn modelId="{65050D7E-56D2-406E-A2FF-E8CF4D296074}" type="presOf" srcId="{A1A42D42-BE0C-44FD-B50C-016AACC5F6BE}" destId="{ABB5B33A-982C-4821-8736-81832D4FEECD}" srcOrd="0" destOrd="0" presId="urn:microsoft.com/office/officeart/2009/3/layout/HorizontalOrganizationChart"/>
    <dgm:cxn modelId="{76DD87A8-E789-4039-8760-6E4B600BFCB6}" type="presOf" srcId="{FC02D000-BFCD-41D2-BE43-4DF8DEE00397}" destId="{04B437DA-1656-47B9-93C5-EBCD79D56B30}" srcOrd="0" destOrd="0" presId="urn:microsoft.com/office/officeart/2009/3/layout/HorizontalOrganizationChart"/>
    <dgm:cxn modelId="{D8BF8EB1-17A0-4D68-949A-1ED05354BFCA}" type="presOf" srcId="{E72C1E6E-54DC-43F0-ABA2-E2879916F7CF}" destId="{0B73C7A3-D3ED-4EA8-9984-E92EE91A0C0B}" srcOrd="1" destOrd="0" presId="urn:microsoft.com/office/officeart/2009/3/layout/HorizontalOrganizationChart"/>
    <dgm:cxn modelId="{8E4D7EB2-8F19-4D8B-A542-5DD1D7188297}" srcId="{FC02D000-BFCD-41D2-BE43-4DF8DEE00397}" destId="{A86692F5-C847-4460-A41C-E8DDE123FE09}" srcOrd="0" destOrd="0" parTransId="{65166958-BAF8-49A9-A8FC-D1E7DAB0320D}" sibTransId="{3BAB648E-A52B-4C7A-B4FD-B2D2EE300791}"/>
    <dgm:cxn modelId="{3F449CB6-6287-41E5-A0A3-E6AC33E6F647}" type="presOf" srcId="{9692F170-1666-4E50-B979-5679E7D8B4DF}" destId="{A26FF1C0-ADD1-4E81-B93A-ECD6C7482824}" srcOrd="0" destOrd="0" presId="urn:microsoft.com/office/officeart/2009/3/layout/HorizontalOrganizationChart"/>
    <dgm:cxn modelId="{AE731CC1-F952-446D-A44A-0ADCF8E7E2F2}" type="presOf" srcId="{BB6E4044-344B-4FB8-9BC1-D916A418A81C}" destId="{5CE4DEE9-3776-4736-B8BA-5017921C8953}" srcOrd="0" destOrd="0" presId="urn:microsoft.com/office/officeart/2009/3/layout/HorizontalOrganizationChart"/>
    <dgm:cxn modelId="{842810C8-A98B-46BF-9C99-4EBBAA7FE02F}" type="presOf" srcId="{FC02D000-BFCD-41D2-BE43-4DF8DEE00397}" destId="{9D333BB4-DC91-40AA-AAAB-AC4791271E4A}" srcOrd="1" destOrd="0" presId="urn:microsoft.com/office/officeart/2009/3/layout/HorizontalOrganizationChart"/>
    <dgm:cxn modelId="{F816CEF2-BF41-46FC-9805-2010F3023A06}" type="presOf" srcId="{E72C1E6E-54DC-43F0-ABA2-E2879916F7CF}" destId="{64B7E759-083F-4DFC-84C8-AECE81CCEA4B}" srcOrd="0" destOrd="0" presId="urn:microsoft.com/office/officeart/2009/3/layout/HorizontalOrganizationChart"/>
    <dgm:cxn modelId="{CB5AA5FA-0588-4BA8-88D5-FF80EEC83539}" srcId="{76877AB2-575B-4AD0-88A8-8C65D9E32FD4}" destId="{FC02D000-BFCD-41D2-BE43-4DF8DEE00397}" srcOrd="0" destOrd="0" parTransId="{D1645457-8100-4260-9AAC-0D67128D69D6}" sibTransId="{FD3FAD0D-5342-423D-979E-10F4AB4DEA86}"/>
    <dgm:cxn modelId="{20844672-11C3-4ECB-BD6E-619D4DCC7D64}" type="presParOf" srcId="{59E89A7C-783E-4F05-BF38-49D2A0CD5BEE}" destId="{E9345ABB-E083-4E56-8353-99F7A0789A6F}" srcOrd="0" destOrd="0" presId="urn:microsoft.com/office/officeart/2009/3/layout/HorizontalOrganizationChart"/>
    <dgm:cxn modelId="{84F6BBD9-F2F7-42A0-9515-BA6DFF705DB5}" type="presParOf" srcId="{E9345ABB-E083-4E56-8353-99F7A0789A6F}" destId="{66ECC72A-FF77-4781-AD8F-518BE63BD396}" srcOrd="0" destOrd="0" presId="urn:microsoft.com/office/officeart/2009/3/layout/HorizontalOrganizationChart"/>
    <dgm:cxn modelId="{A5DF136F-3F05-4C39-B267-BE6A3FDA79F5}" type="presParOf" srcId="{66ECC72A-FF77-4781-AD8F-518BE63BD396}" destId="{04B437DA-1656-47B9-93C5-EBCD79D56B30}" srcOrd="0" destOrd="0" presId="urn:microsoft.com/office/officeart/2009/3/layout/HorizontalOrganizationChart"/>
    <dgm:cxn modelId="{DE79C213-350B-4BA7-B669-3EAFBF7C3213}" type="presParOf" srcId="{66ECC72A-FF77-4781-AD8F-518BE63BD396}" destId="{9D333BB4-DC91-40AA-AAAB-AC4791271E4A}" srcOrd="1" destOrd="0" presId="urn:microsoft.com/office/officeart/2009/3/layout/HorizontalOrganizationChart"/>
    <dgm:cxn modelId="{92B1905D-B41E-4D66-8EA2-1D579EA855E1}" type="presParOf" srcId="{E9345ABB-E083-4E56-8353-99F7A0789A6F}" destId="{191E923A-10A5-47CF-839A-6EC7C9F1AE65}" srcOrd="1" destOrd="0" presId="urn:microsoft.com/office/officeart/2009/3/layout/HorizontalOrganizationChart"/>
    <dgm:cxn modelId="{ED01A30B-A9FA-49DA-9FFE-214FACD9D6FE}" type="presParOf" srcId="{191E923A-10A5-47CF-839A-6EC7C9F1AE65}" destId="{CB4881DF-4D71-43F6-9427-8D496BD316E9}" srcOrd="0" destOrd="0" presId="urn:microsoft.com/office/officeart/2009/3/layout/HorizontalOrganizationChart"/>
    <dgm:cxn modelId="{0003F4FF-B811-4DE1-874B-951A0124A434}" type="presParOf" srcId="{191E923A-10A5-47CF-839A-6EC7C9F1AE65}" destId="{7C1FB76B-8249-4EB5-AC32-763F0877A997}" srcOrd="1" destOrd="0" presId="urn:microsoft.com/office/officeart/2009/3/layout/HorizontalOrganizationChart"/>
    <dgm:cxn modelId="{78A9ECC9-5902-4D7E-B88D-ACAFE2DC2499}" type="presParOf" srcId="{7C1FB76B-8249-4EB5-AC32-763F0877A997}" destId="{4D55BA3F-D2BC-452D-884B-043A7E2C4C10}" srcOrd="0" destOrd="0" presId="urn:microsoft.com/office/officeart/2009/3/layout/HorizontalOrganizationChart"/>
    <dgm:cxn modelId="{39547310-B052-4863-A8A3-73A47B4BD79E}" type="presParOf" srcId="{4D55BA3F-D2BC-452D-884B-043A7E2C4C10}" destId="{BAC0F035-087A-4653-9B95-48BE6E077829}" srcOrd="0" destOrd="0" presId="urn:microsoft.com/office/officeart/2009/3/layout/HorizontalOrganizationChart"/>
    <dgm:cxn modelId="{E9FAF81E-8276-453E-B91C-3F8FC1DDF8D0}" type="presParOf" srcId="{4D55BA3F-D2BC-452D-884B-043A7E2C4C10}" destId="{9782C5B9-02A1-4D2F-A66D-3F534875DE61}" srcOrd="1" destOrd="0" presId="urn:microsoft.com/office/officeart/2009/3/layout/HorizontalOrganizationChart"/>
    <dgm:cxn modelId="{096CC3B9-6678-44AC-8347-04CE9A06947C}" type="presParOf" srcId="{7C1FB76B-8249-4EB5-AC32-763F0877A997}" destId="{B83B4B56-DC45-448A-A059-64CEB78BEFA0}" srcOrd="1" destOrd="0" presId="urn:microsoft.com/office/officeart/2009/3/layout/HorizontalOrganizationChart"/>
    <dgm:cxn modelId="{7660CA49-A163-40CE-AD00-5DD6584AD13D}" type="presParOf" srcId="{7C1FB76B-8249-4EB5-AC32-763F0877A997}" destId="{2FEB7DD9-B0E2-4FD2-807B-7AC446F51409}" srcOrd="2" destOrd="0" presId="urn:microsoft.com/office/officeart/2009/3/layout/HorizontalOrganizationChart"/>
    <dgm:cxn modelId="{13C2394E-F8D4-47DC-B1CE-56198D05AC6C}" type="presParOf" srcId="{191E923A-10A5-47CF-839A-6EC7C9F1AE65}" destId="{5CE4DEE9-3776-4736-B8BA-5017921C8953}" srcOrd="2" destOrd="0" presId="urn:microsoft.com/office/officeart/2009/3/layout/HorizontalOrganizationChart"/>
    <dgm:cxn modelId="{14C32C83-54D5-4567-A3EE-3B2118021B2F}" type="presParOf" srcId="{191E923A-10A5-47CF-839A-6EC7C9F1AE65}" destId="{A1ECD21D-9014-4189-A4BB-2A39C17EB9C7}" srcOrd="3" destOrd="0" presId="urn:microsoft.com/office/officeart/2009/3/layout/HorizontalOrganizationChart"/>
    <dgm:cxn modelId="{5CA4525A-924E-4B4C-B385-399B89FF7B81}" type="presParOf" srcId="{A1ECD21D-9014-4189-A4BB-2A39C17EB9C7}" destId="{B46C4A5E-4F1E-43AF-87A3-395F412E5C1D}" srcOrd="0" destOrd="0" presId="urn:microsoft.com/office/officeart/2009/3/layout/HorizontalOrganizationChart"/>
    <dgm:cxn modelId="{33571F78-00CE-496F-A235-1C845EF1647F}" type="presParOf" srcId="{B46C4A5E-4F1E-43AF-87A3-395F412E5C1D}" destId="{A26FF1C0-ADD1-4E81-B93A-ECD6C7482824}" srcOrd="0" destOrd="0" presId="urn:microsoft.com/office/officeart/2009/3/layout/HorizontalOrganizationChart"/>
    <dgm:cxn modelId="{A982FCF7-56D4-424E-9353-A21FC7CC6944}" type="presParOf" srcId="{B46C4A5E-4F1E-43AF-87A3-395F412E5C1D}" destId="{1A62720F-9FC8-4647-9E26-911C0A363B5C}" srcOrd="1" destOrd="0" presId="urn:microsoft.com/office/officeart/2009/3/layout/HorizontalOrganizationChart"/>
    <dgm:cxn modelId="{FC728858-7500-4981-8F35-9EC151CD507D}" type="presParOf" srcId="{A1ECD21D-9014-4189-A4BB-2A39C17EB9C7}" destId="{CF292B60-4AF0-44EC-AABD-2361A75CFB91}" srcOrd="1" destOrd="0" presId="urn:microsoft.com/office/officeart/2009/3/layout/HorizontalOrganizationChart"/>
    <dgm:cxn modelId="{1354ECDE-2CF4-4CEB-B4FD-A1920CA08953}" type="presParOf" srcId="{A1ECD21D-9014-4189-A4BB-2A39C17EB9C7}" destId="{DD91A4B4-5EA9-4CC4-B13A-0637210371F2}" srcOrd="2" destOrd="0" presId="urn:microsoft.com/office/officeart/2009/3/layout/HorizontalOrganizationChart"/>
    <dgm:cxn modelId="{11B963FF-9AAA-4AF3-ABC9-F39A5E1AD477}" type="presParOf" srcId="{191E923A-10A5-47CF-839A-6EC7C9F1AE65}" destId="{ABB5B33A-982C-4821-8736-81832D4FEECD}" srcOrd="4" destOrd="0" presId="urn:microsoft.com/office/officeart/2009/3/layout/HorizontalOrganizationChart"/>
    <dgm:cxn modelId="{F8515D0B-2F1D-4F4C-BAD8-27E13C369BAF}" type="presParOf" srcId="{191E923A-10A5-47CF-839A-6EC7C9F1AE65}" destId="{16EB77D8-9FC2-48C8-9C62-2F2F8B6DE504}" srcOrd="5" destOrd="0" presId="urn:microsoft.com/office/officeart/2009/3/layout/HorizontalOrganizationChart"/>
    <dgm:cxn modelId="{F49D3245-8771-4ECA-870D-318871B6CD39}" type="presParOf" srcId="{16EB77D8-9FC2-48C8-9C62-2F2F8B6DE504}" destId="{1B68E577-EB66-4906-80E8-0764010FC833}" srcOrd="0" destOrd="0" presId="urn:microsoft.com/office/officeart/2009/3/layout/HorizontalOrganizationChart"/>
    <dgm:cxn modelId="{7524ED3C-F863-4873-88F1-C7DE7D7D1160}" type="presParOf" srcId="{1B68E577-EB66-4906-80E8-0764010FC833}" destId="{64B7E759-083F-4DFC-84C8-AECE81CCEA4B}" srcOrd="0" destOrd="0" presId="urn:microsoft.com/office/officeart/2009/3/layout/HorizontalOrganizationChart"/>
    <dgm:cxn modelId="{2CD3C5B1-E34E-4076-871A-A8C16EF7883D}" type="presParOf" srcId="{1B68E577-EB66-4906-80E8-0764010FC833}" destId="{0B73C7A3-D3ED-4EA8-9984-E92EE91A0C0B}" srcOrd="1" destOrd="0" presId="urn:microsoft.com/office/officeart/2009/3/layout/HorizontalOrganizationChart"/>
    <dgm:cxn modelId="{C016EE5C-AACB-4795-9009-9976DB6D6F49}" type="presParOf" srcId="{16EB77D8-9FC2-48C8-9C62-2F2F8B6DE504}" destId="{DE4D2469-C34C-4ED3-B955-0BB55B552CD3}" srcOrd="1" destOrd="0" presId="urn:microsoft.com/office/officeart/2009/3/layout/HorizontalOrganizationChart"/>
    <dgm:cxn modelId="{55D9AC78-D88A-4EED-A071-01066A405101}" type="presParOf" srcId="{16EB77D8-9FC2-48C8-9C62-2F2F8B6DE504}" destId="{EBF23EF5-8E11-422E-944D-D37B3EA4D5B6}" srcOrd="2" destOrd="0" presId="urn:microsoft.com/office/officeart/2009/3/layout/HorizontalOrganizationChart"/>
    <dgm:cxn modelId="{1F54B55F-9568-434D-B043-730FA3EB80D2}" type="presParOf" srcId="{E9345ABB-E083-4E56-8353-99F7A0789A6F}" destId="{C3E6E52F-E99D-4810-A6ED-2694E795C0F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877AB2-575B-4AD0-88A8-8C65D9E32FD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C02D000-BFCD-41D2-BE43-4DF8DEE00397}">
      <dgm:prSet phldrT="[텍스트]"/>
      <dgm:spPr>
        <a:solidFill>
          <a:schemeClr val="accent4">
            <a:lumMod val="75000"/>
          </a:schemeClr>
        </a:solidFill>
      </dgm:spPr>
      <dgm:t>
        <a:bodyPr/>
        <a:lstStyle/>
        <a:p>
          <a:pPr latinLnBrk="1"/>
          <a:r>
            <a:rPr lang="en-US" altLang="ko-KR" dirty="0"/>
            <a:t>label</a:t>
          </a:r>
          <a:endParaRPr lang="ko-KR" altLang="en-US" dirty="0"/>
        </a:p>
      </dgm:t>
    </dgm:pt>
    <dgm:pt modelId="{D1645457-8100-4260-9AAC-0D67128D69D6}" type="parTrans" cxnId="{CB5AA5FA-0588-4BA8-88D5-FF80EEC83539}">
      <dgm:prSet/>
      <dgm:spPr/>
      <dgm:t>
        <a:bodyPr/>
        <a:lstStyle/>
        <a:p>
          <a:pPr latinLnBrk="1"/>
          <a:endParaRPr lang="ko-KR" altLang="en-US"/>
        </a:p>
      </dgm:t>
    </dgm:pt>
    <dgm:pt modelId="{FD3FAD0D-5342-423D-979E-10F4AB4DEA86}" type="sibTrans" cxnId="{CB5AA5FA-0588-4BA8-88D5-FF80EEC83539}">
      <dgm:prSet/>
      <dgm:spPr/>
      <dgm:t>
        <a:bodyPr/>
        <a:lstStyle/>
        <a:p>
          <a:pPr latinLnBrk="1"/>
          <a:endParaRPr lang="ko-KR" altLang="en-US"/>
        </a:p>
      </dgm:t>
    </dgm:pt>
    <dgm:pt modelId="{A86692F5-C847-4460-A41C-E8DDE123FE09}">
      <dgm:prSet phldrT="[텍스트]"/>
      <dgm:spPr>
        <a:solidFill>
          <a:srgbClr val="FF0000"/>
        </a:solidFill>
      </dgm:spPr>
      <dgm:t>
        <a:bodyPr/>
        <a:lstStyle/>
        <a:p>
          <a:pPr latinLnBrk="1"/>
          <a:r>
            <a:rPr lang="en-US" altLang="ko-KR" dirty="0"/>
            <a:t>categories</a:t>
          </a:r>
          <a:endParaRPr lang="ko-KR" altLang="en-US" dirty="0"/>
        </a:p>
      </dgm:t>
    </dgm:pt>
    <dgm:pt modelId="{65166958-BAF8-49A9-A8FC-D1E7DAB0320D}" type="parTrans" cxnId="{8E4D7EB2-8F19-4D8B-A542-5DD1D7188297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3BAB648E-A52B-4C7A-B4FD-B2D2EE300791}" type="sibTrans" cxnId="{8E4D7EB2-8F19-4D8B-A542-5DD1D7188297}">
      <dgm:prSet/>
      <dgm:spPr/>
      <dgm:t>
        <a:bodyPr/>
        <a:lstStyle/>
        <a:p>
          <a:pPr latinLnBrk="1"/>
          <a:endParaRPr lang="ko-KR" altLang="en-US"/>
        </a:p>
      </dgm:t>
    </dgm:pt>
    <dgm:pt modelId="{9692F170-1666-4E50-B979-5679E7D8B4DF}">
      <dgm:prSet phldrT="[텍스트]"/>
      <dgm:spPr>
        <a:solidFill>
          <a:srgbClr val="00B050"/>
        </a:solidFill>
      </dgm:spPr>
      <dgm:t>
        <a:bodyPr/>
        <a:lstStyle/>
        <a:p>
          <a:pPr latinLnBrk="1"/>
          <a:r>
            <a:rPr lang="en-US" altLang="ko-KR" dirty="0"/>
            <a:t>images</a:t>
          </a:r>
          <a:endParaRPr lang="ko-KR" altLang="en-US" dirty="0"/>
        </a:p>
      </dgm:t>
    </dgm:pt>
    <dgm:pt modelId="{BB6E4044-344B-4FB8-9BC1-D916A418A81C}" type="parTrans" cxnId="{2DF50A76-4ABA-43E0-A49E-45EFF6DE205D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30DD19F5-33F3-481E-A07B-AB117D1985BD}" type="sibTrans" cxnId="{2DF50A76-4ABA-43E0-A49E-45EFF6DE205D}">
      <dgm:prSet/>
      <dgm:spPr/>
      <dgm:t>
        <a:bodyPr/>
        <a:lstStyle/>
        <a:p>
          <a:pPr latinLnBrk="1"/>
          <a:endParaRPr lang="ko-KR" altLang="en-US"/>
        </a:p>
      </dgm:t>
    </dgm:pt>
    <dgm:pt modelId="{E72C1E6E-54DC-43F0-ABA2-E2879916F7CF}">
      <dgm:prSet phldrT="[텍스트]"/>
      <dgm:spPr/>
      <dgm:t>
        <a:bodyPr/>
        <a:lstStyle/>
        <a:p>
          <a:pPr latinLnBrk="1"/>
          <a:r>
            <a:rPr lang="en-US" altLang="ko-KR" dirty="0" err="1"/>
            <a:t>bbox</a:t>
          </a:r>
          <a:endParaRPr lang="ko-KR" altLang="en-US" dirty="0"/>
        </a:p>
      </dgm:t>
    </dgm:pt>
    <dgm:pt modelId="{A1A42D42-BE0C-44FD-B50C-016AACC5F6BE}" type="parTrans" cxnId="{F5A34827-87F3-4019-A57B-FA43B806F1FD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268B39D7-1D7A-42ED-852D-5C07E181E80A}" type="sibTrans" cxnId="{F5A34827-87F3-4019-A57B-FA43B806F1FD}">
      <dgm:prSet/>
      <dgm:spPr/>
      <dgm:t>
        <a:bodyPr/>
        <a:lstStyle/>
        <a:p>
          <a:pPr latinLnBrk="1"/>
          <a:endParaRPr lang="ko-KR" altLang="en-US"/>
        </a:p>
      </dgm:t>
    </dgm:pt>
    <dgm:pt modelId="{DA3C8BA4-8005-484C-91AD-9D25A701692D}">
      <dgm:prSet phldrT="[텍스트]"/>
      <dgm:spPr>
        <a:solidFill>
          <a:srgbClr val="00B050"/>
        </a:solidFill>
      </dgm:spPr>
      <dgm:t>
        <a:bodyPr/>
        <a:lstStyle/>
        <a:p>
          <a:pPr latinLnBrk="1"/>
          <a:r>
            <a:rPr lang="en-US" altLang="ko-KR" dirty="0"/>
            <a:t>categories</a:t>
          </a:r>
          <a:endParaRPr lang="ko-KR" altLang="en-US" dirty="0"/>
        </a:p>
      </dgm:t>
    </dgm:pt>
    <dgm:pt modelId="{B73EFF08-C54C-4E33-A76B-353337EC5E34}" type="parTrans" cxnId="{48D1D557-02A7-4C0C-93E1-0B9AC400BCF9}">
      <dgm:prSet/>
      <dgm:spPr>
        <a:ln>
          <a:solidFill>
            <a:schemeClr val="tx1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F5572FD9-F295-43FD-83D4-E70705838877}" type="sibTrans" cxnId="{48D1D557-02A7-4C0C-93E1-0B9AC400BCF9}">
      <dgm:prSet/>
      <dgm:spPr/>
      <dgm:t>
        <a:bodyPr/>
        <a:lstStyle/>
        <a:p>
          <a:pPr latinLnBrk="1"/>
          <a:endParaRPr lang="ko-KR" altLang="en-US"/>
        </a:p>
      </dgm:t>
    </dgm:pt>
    <dgm:pt modelId="{59E89A7C-783E-4F05-BF38-49D2A0CD5BEE}" type="pres">
      <dgm:prSet presAssocID="{76877AB2-575B-4AD0-88A8-8C65D9E32FD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9345ABB-E083-4E56-8353-99F7A0789A6F}" type="pres">
      <dgm:prSet presAssocID="{FC02D000-BFCD-41D2-BE43-4DF8DEE00397}" presName="hierRoot1" presStyleCnt="0">
        <dgm:presLayoutVars>
          <dgm:hierBranch val="init"/>
        </dgm:presLayoutVars>
      </dgm:prSet>
      <dgm:spPr/>
    </dgm:pt>
    <dgm:pt modelId="{66ECC72A-FF77-4781-AD8F-518BE63BD396}" type="pres">
      <dgm:prSet presAssocID="{FC02D000-BFCD-41D2-BE43-4DF8DEE00397}" presName="rootComposite1" presStyleCnt="0"/>
      <dgm:spPr/>
    </dgm:pt>
    <dgm:pt modelId="{04B437DA-1656-47B9-93C5-EBCD79D56B30}" type="pres">
      <dgm:prSet presAssocID="{FC02D000-BFCD-41D2-BE43-4DF8DEE00397}" presName="rootText1" presStyleLbl="node0" presStyleIdx="0" presStyleCnt="1">
        <dgm:presLayoutVars>
          <dgm:chPref val="3"/>
        </dgm:presLayoutVars>
      </dgm:prSet>
      <dgm:spPr/>
    </dgm:pt>
    <dgm:pt modelId="{9D333BB4-DC91-40AA-AAAB-AC4791271E4A}" type="pres">
      <dgm:prSet presAssocID="{FC02D000-BFCD-41D2-BE43-4DF8DEE00397}" presName="rootConnector1" presStyleLbl="node1" presStyleIdx="0" presStyleCnt="0"/>
      <dgm:spPr/>
    </dgm:pt>
    <dgm:pt modelId="{191E923A-10A5-47CF-839A-6EC7C9F1AE65}" type="pres">
      <dgm:prSet presAssocID="{FC02D000-BFCD-41D2-BE43-4DF8DEE00397}" presName="hierChild2" presStyleCnt="0"/>
      <dgm:spPr/>
    </dgm:pt>
    <dgm:pt modelId="{CB4881DF-4D71-43F6-9427-8D496BD316E9}" type="pres">
      <dgm:prSet presAssocID="{65166958-BAF8-49A9-A8FC-D1E7DAB0320D}" presName="Name64" presStyleLbl="parChTrans1D2" presStyleIdx="0" presStyleCnt="2"/>
      <dgm:spPr/>
    </dgm:pt>
    <dgm:pt modelId="{7C1FB76B-8249-4EB5-AC32-763F0877A997}" type="pres">
      <dgm:prSet presAssocID="{A86692F5-C847-4460-A41C-E8DDE123FE09}" presName="hierRoot2" presStyleCnt="0">
        <dgm:presLayoutVars>
          <dgm:hierBranch val="init"/>
        </dgm:presLayoutVars>
      </dgm:prSet>
      <dgm:spPr/>
    </dgm:pt>
    <dgm:pt modelId="{4D55BA3F-D2BC-452D-884B-043A7E2C4C10}" type="pres">
      <dgm:prSet presAssocID="{A86692F5-C847-4460-A41C-E8DDE123FE09}" presName="rootComposite" presStyleCnt="0"/>
      <dgm:spPr/>
    </dgm:pt>
    <dgm:pt modelId="{BAC0F035-087A-4653-9B95-48BE6E077829}" type="pres">
      <dgm:prSet presAssocID="{A86692F5-C847-4460-A41C-E8DDE123FE09}" presName="rootText" presStyleLbl="node2" presStyleIdx="0" presStyleCnt="2">
        <dgm:presLayoutVars>
          <dgm:chPref val="3"/>
        </dgm:presLayoutVars>
      </dgm:prSet>
      <dgm:spPr/>
    </dgm:pt>
    <dgm:pt modelId="{9782C5B9-02A1-4D2F-A66D-3F534875DE61}" type="pres">
      <dgm:prSet presAssocID="{A86692F5-C847-4460-A41C-E8DDE123FE09}" presName="rootConnector" presStyleLbl="node2" presStyleIdx="0" presStyleCnt="2"/>
      <dgm:spPr/>
    </dgm:pt>
    <dgm:pt modelId="{B83B4B56-DC45-448A-A059-64CEB78BEFA0}" type="pres">
      <dgm:prSet presAssocID="{A86692F5-C847-4460-A41C-E8DDE123FE09}" presName="hierChild4" presStyleCnt="0"/>
      <dgm:spPr/>
    </dgm:pt>
    <dgm:pt modelId="{2FEB7DD9-B0E2-4FD2-807B-7AC446F51409}" type="pres">
      <dgm:prSet presAssocID="{A86692F5-C847-4460-A41C-E8DDE123FE09}" presName="hierChild5" presStyleCnt="0"/>
      <dgm:spPr/>
    </dgm:pt>
    <dgm:pt modelId="{5CE4DEE9-3776-4736-B8BA-5017921C8953}" type="pres">
      <dgm:prSet presAssocID="{BB6E4044-344B-4FB8-9BC1-D916A418A81C}" presName="Name64" presStyleLbl="parChTrans1D2" presStyleIdx="1" presStyleCnt="2"/>
      <dgm:spPr/>
    </dgm:pt>
    <dgm:pt modelId="{A1ECD21D-9014-4189-A4BB-2A39C17EB9C7}" type="pres">
      <dgm:prSet presAssocID="{9692F170-1666-4E50-B979-5679E7D8B4DF}" presName="hierRoot2" presStyleCnt="0">
        <dgm:presLayoutVars>
          <dgm:hierBranch val="init"/>
        </dgm:presLayoutVars>
      </dgm:prSet>
      <dgm:spPr/>
    </dgm:pt>
    <dgm:pt modelId="{B46C4A5E-4F1E-43AF-87A3-395F412E5C1D}" type="pres">
      <dgm:prSet presAssocID="{9692F170-1666-4E50-B979-5679E7D8B4DF}" presName="rootComposite" presStyleCnt="0"/>
      <dgm:spPr/>
    </dgm:pt>
    <dgm:pt modelId="{A26FF1C0-ADD1-4E81-B93A-ECD6C7482824}" type="pres">
      <dgm:prSet presAssocID="{9692F170-1666-4E50-B979-5679E7D8B4DF}" presName="rootText" presStyleLbl="node2" presStyleIdx="1" presStyleCnt="2">
        <dgm:presLayoutVars>
          <dgm:chPref val="3"/>
        </dgm:presLayoutVars>
      </dgm:prSet>
      <dgm:spPr/>
    </dgm:pt>
    <dgm:pt modelId="{1A62720F-9FC8-4647-9E26-911C0A363B5C}" type="pres">
      <dgm:prSet presAssocID="{9692F170-1666-4E50-B979-5679E7D8B4DF}" presName="rootConnector" presStyleLbl="node2" presStyleIdx="1" presStyleCnt="2"/>
      <dgm:spPr/>
    </dgm:pt>
    <dgm:pt modelId="{CF292B60-4AF0-44EC-AABD-2361A75CFB91}" type="pres">
      <dgm:prSet presAssocID="{9692F170-1666-4E50-B979-5679E7D8B4DF}" presName="hierChild4" presStyleCnt="0"/>
      <dgm:spPr/>
    </dgm:pt>
    <dgm:pt modelId="{640EE2C6-3E08-4B13-AF62-98DB6A45B7AF}" type="pres">
      <dgm:prSet presAssocID="{B73EFF08-C54C-4E33-A76B-353337EC5E34}" presName="Name64" presStyleLbl="parChTrans1D3" presStyleIdx="0" presStyleCnt="2"/>
      <dgm:spPr/>
    </dgm:pt>
    <dgm:pt modelId="{10389089-8FDA-44AF-8F0C-F2FB9CE72D34}" type="pres">
      <dgm:prSet presAssocID="{DA3C8BA4-8005-484C-91AD-9D25A701692D}" presName="hierRoot2" presStyleCnt="0">
        <dgm:presLayoutVars>
          <dgm:hierBranch val="init"/>
        </dgm:presLayoutVars>
      </dgm:prSet>
      <dgm:spPr/>
    </dgm:pt>
    <dgm:pt modelId="{EA3A4BB2-DA77-4BED-98DD-4FCBF1912839}" type="pres">
      <dgm:prSet presAssocID="{DA3C8BA4-8005-484C-91AD-9D25A701692D}" presName="rootComposite" presStyleCnt="0"/>
      <dgm:spPr/>
    </dgm:pt>
    <dgm:pt modelId="{7328686B-3FAF-4DA3-A472-97B95B177BAB}" type="pres">
      <dgm:prSet presAssocID="{DA3C8BA4-8005-484C-91AD-9D25A701692D}" presName="rootText" presStyleLbl="node3" presStyleIdx="0" presStyleCnt="2">
        <dgm:presLayoutVars>
          <dgm:chPref val="3"/>
        </dgm:presLayoutVars>
      </dgm:prSet>
      <dgm:spPr/>
    </dgm:pt>
    <dgm:pt modelId="{5A5575D0-B33C-49D9-93C5-C731462311E0}" type="pres">
      <dgm:prSet presAssocID="{DA3C8BA4-8005-484C-91AD-9D25A701692D}" presName="rootConnector" presStyleLbl="node3" presStyleIdx="0" presStyleCnt="2"/>
      <dgm:spPr/>
    </dgm:pt>
    <dgm:pt modelId="{0D99D711-7B7F-4FDE-B458-75CD11046D84}" type="pres">
      <dgm:prSet presAssocID="{DA3C8BA4-8005-484C-91AD-9D25A701692D}" presName="hierChild4" presStyleCnt="0"/>
      <dgm:spPr/>
    </dgm:pt>
    <dgm:pt modelId="{AF8159FF-7BB7-42CD-ADEE-53F0C27EF152}" type="pres">
      <dgm:prSet presAssocID="{DA3C8BA4-8005-484C-91AD-9D25A701692D}" presName="hierChild5" presStyleCnt="0"/>
      <dgm:spPr/>
    </dgm:pt>
    <dgm:pt modelId="{ABB5B33A-982C-4821-8736-81832D4FEECD}" type="pres">
      <dgm:prSet presAssocID="{A1A42D42-BE0C-44FD-B50C-016AACC5F6BE}" presName="Name64" presStyleLbl="parChTrans1D3" presStyleIdx="1" presStyleCnt="2"/>
      <dgm:spPr/>
    </dgm:pt>
    <dgm:pt modelId="{16EB77D8-9FC2-48C8-9C62-2F2F8B6DE504}" type="pres">
      <dgm:prSet presAssocID="{E72C1E6E-54DC-43F0-ABA2-E2879916F7CF}" presName="hierRoot2" presStyleCnt="0">
        <dgm:presLayoutVars>
          <dgm:hierBranch val="init"/>
        </dgm:presLayoutVars>
      </dgm:prSet>
      <dgm:spPr/>
    </dgm:pt>
    <dgm:pt modelId="{1B68E577-EB66-4906-80E8-0764010FC833}" type="pres">
      <dgm:prSet presAssocID="{E72C1E6E-54DC-43F0-ABA2-E2879916F7CF}" presName="rootComposite" presStyleCnt="0"/>
      <dgm:spPr/>
    </dgm:pt>
    <dgm:pt modelId="{64B7E759-083F-4DFC-84C8-AECE81CCEA4B}" type="pres">
      <dgm:prSet presAssocID="{E72C1E6E-54DC-43F0-ABA2-E2879916F7CF}" presName="rootText" presStyleLbl="node3" presStyleIdx="1" presStyleCnt="2">
        <dgm:presLayoutVars>
          <dgm:chPref val="3"/>
        </dgm:presLayoutVars>
      </dgm:prSet>
      <dgm:spPr/>
    </dgm:pt>
    <dgm:pt modelId="{0B73C7A3-D3ED-4EA8-9984-E92EE91A0C0B}" type="pres">
      <dgm:prSet presAssocID="{E72C1E6E-54DC-43F0-ABA2-E2879916F7CF}" presName="rootConnector" presStyleLbl="node3" presStyleIdx="1" presStyleCnt="2"/>
      <dgm:spPr/>
    </dgm:pt>
    <dgm:pt modelId="{DE4D2469-C34C-4ED3-B955-0BB55B552CD3}" type="pres">
      <dgm:prSet presAssocID="{E72C1E6E-54DC-43F0-ABA2-E2879916F7CF}" presName="hierChild4" presStyleCnt="0"/>
      <dgm:spPr/>
    </dgm:pt>
    <dgm:pt modelId="{EBF23EF5-8E11-422E-944D-D37B3EA4D5B6}" type="pres">
      <dgm:prSet presAssocID="{E72C1E6E-54DC-43F0-ABA2-E2879916F7CF}" presName="hierChild5" presStyleCnt="0"/>
      <dgm:spPr/>
    </dgm:pt>
    <dgm:pt modelId="{DD91A4B4-5EA9-4CC4-B13A-0637210371F2}" type="pres">
      <dgm:prSet presAssocID="{9692F170-1666-4E50-B979-5679E7D8B4DF}" presName="hierChild5" presStyleCnt="0"/>
      <dgm:spPr/>
    </dgm:pt>
    <dgm:pt modelId="{C3E6E52F-E99D-4810-A6ED-2694E795C0F7}" type="pres">
      <dgm:prSet presAssocID="{FC02D000-BFCD-41D2-BE43-4DF8DEE00397}" presName="hierChild3" presStyleCnt="0"/>
      <dgm:spPr/>
    </dgm:pt>
  </dgm:ptLst>
  <dgm:cxnLst>
    <dgm:cxn modelId="{D77A1B04-7D08-4002-B2E8-241E17B254D1}" type="presOf" srcId="{65166958-BAF8-49A9-A8FC-D1E7DAB0320D}" destId="{CB4881DF-4D71-43F6-9427-8D496BD316E9}" srcOrd="0" destOrd="0" presId="urn:microsoft.com/office/officeart/2009/3/layout/HorizontalOrganizationChart"/>
    <dgm:cxn modelId="{F5C65415-0EDF-433A-B256-DC51BFA796A6}" type="presOf" srcId="{DA3C8BA4-8005-484C-91AD-9D25A701692D}" destId="{7328686B-3FAF-4DA3-A472-97B95B177BAB}" srcOrd="0" destOrd="0" presId="urn:microsoft.com/office/officeart/2009/3/layout/HorizontalOrganizationChart"/>
    <dgm:cxn modelId="{F5A34827-87F3-4019-A57B-FA43B806F1FD}" srcId="{9692F170-1666-4E50-B979-5679E7D8B4DF}" destId="{E72C1E6E-54DC-43F0-ABA2-E2879916F7CF}" srcOrd="1" destOrd="0" parTransId="{A1A42D42-BE0C-44FD-B50C-016AACC5F6BE}" sibTransId="{268B39D7-1D7A-42ED-852D-5C07E181E80A}"/>
    <dgm:cxn modelId="{DA58F529-3A66-4CAC-ADC8-98E84FB91C1B}" type="presOf" srcId="{B73EFF08-C54C-4E33-A76B-353337EC5E34}" destId="{640EE2C6-3E08-4B13-AF62-98DB6A45B7AF}" srcOrd="0" destOrd="0" presId="urn:microsoft.com/office/officeart/2009/3/layout/HorizontalOrganizationChart"/>
    <dgm:cxn modelId="{376FE92A-9DBA-4B54-9A52-19FFEE4FA0BF}" type="presOf" srcId="{A86692F5-C847-4460-A41C-E8DDE123FE09}" destId="{BAC0F035-087A-4653-9B95-48BE6E077829}" srcOrd="0" destOrd="0" presId="urn:microsoft.com/office/officeart/2009/3/layout/HorizontalOrganizationChart"/>
    <dgm:cxn modelId="{E529962C-AA25-4924-A15D-74C07E0D6900}" type="presOf" srcId="{9692F170-1666-4E50-B979-5679E7D8B4DF}" destId="{1A62720F-9FC8-4647-9E26-911C0A363B5C}" srcOrd="1" destOrd="0" presId="urn:microsoft.com/office/officeart/2009/3/layout/HorizontalOrganizationChart"/>
    <dgm:cxn modelId="{FF496637-2307-45E4-90BE-84F31C5B4144}" type="presOf" srcId="{76877AB2-575B-4AD0-88A8-8C65D9E32FD4}" destId="{59E89A7C-783E-4F05-BF38-49D2A0CD5BEE}" srcOrd="0" destOrd="0" presId="urn:microsoft.com/office/officeart/2009/3/layout/HorizontalOrganizationChart"/>
    <dgm:cxn modelId="{6F7CFE38-3B1E-400B-BB1B-53BE61E08ED4}" type="presOf" srcId="{A86692F5-C847-4460-A41C-E8DDE123FE09}" destId="{9782C5B9-02A1-4D2F-A66D-3F534875DE61}" srcOrd="1" destOrd="0" presId="urn:microsoft.com/office/officeart/2009/3/layout/HorizontalOrganizationChart"/>
    <dgm:cxn modelId="{48D1D557-02A7-4C0C-93E1-0B9AC400BCF9}" srcId="{9692F170-1666-4E50-B979-5679E7D8B4DF}" destId="{DA3C8BA4-8005-484C-91AD-9D25A701692D}" srcOrd="0" destOrd="0" parTransId="{B73EFF08-C54C-4E33-A76B-353337EC5E34}" sibTransId="{F5572FD9-F295-43FD-83D4-E70705838877}"/>
    <dgm:cxn modelId="{B770425C-6AA5-4A37-A09B-287962DEA141}" type="presOf" srcId="{A1A42D42-BE0C-44FD-B50C-016AACC5F6BE}" destId="{ABB5B33A-982C-4821-8736-81832D4FEECD}" srcOrd="0" destOrd="0" presId="urn:microsoft.com/office/officeart/2009/3/layout/HorizontalOrganizationChart"/>
    <dgm:cxn modelId="{2DF50A76-4ABA-43E0-A49E-45EFF6DE205D}" srcId="{FC02D000-BFCD-41D2-BE43-4DF8DEE00397}" destId="{9692F170-1666-4E50-B979-5679E7D8B4DF}" srcOrd="1" destOrd="0" parTransId="{BB6E4044-344B-4FB8-9BC1-D916A418A81C}" sibTransId="{30DD19F5-33F3-481E-A07B-AB117D1985BD}"/>
    <dgm:cxn modelId="{79490E81-1C1D-4EF1-A330-AFE6A9C80350}" type="presOf" srcId="{DA3C8BA4-8005-484C-91AD-9D25A701692D}" destId="{5A5575D0-B33C-49D9-93C5-C731462311E0}" srcOrd="1" destOrd="0" presId="urn:microsoft.com/office/officeart/2009/3/layout/HorizontalOrganizationChart"/>
    <dgm:cxn modelId="{76DD87A8-E789-4039-8760-6E4B600BFCB6}" type="presOf" srcId="{FC02D000-BFCD-41D2-BE43-4DF8DEE00397}" destId="{04B437DA-1656-47B9-93C5-EBCD79D56B30}" srcOrd="0" destOrd="0" presId="urn:microsoft.com/office/officeart/2009/3/layout/HorizontalOrganizationChart"/>
    <dgm:cxn modelId="{D5A4B6AF-F19D-4234-A38D-B3D6E7E8FCAA}" type="presOf" srcId="{E72C1E6E-54DC-43F0-ABA2-E2879916F7CF}" destId="{0B73C7A3-D3ED-4EA8-9984-E92EE91A0C0B}" srcOrd="1" destOrd="0" presId="urn:microsoft.com/office/officeart/2009/3/layout/HorizontalOrganizationChart"/>
    <dgm:cxn modelId="{8E4D7EB2-8F19-4D8B-A542-5DD1D7188297}" srcId="{FC02D000-BFCD-41D2-BE43-4DF8DEE00397}" destId="{A86692F5-C847-4460-A41C-E8DDE123FE09}" srcOrd="0" destOrd="0" parTransId="{65166958-BAF8-49A9-A8FC-D1E7DAB0320D}" sibTransId="{3BAB648E-A52B-4C7A-B4FD-B2D2EE300791}"/>
    <dgm:cxn modelId="{4BBFCDC5-0DAE-4019-B0F4-5F18CD6094DA}" type="presOf" srcId="{E72C1E6E-54DC-43F0-ABA2-E2879916F7CF}" destId="{64B7E759-083F-4DFC-84C8-AECE81CCEA4B}" srcOrd="0" destOrd="0" presId="urn:microsoft.com/office/officeart/2009/3/layout/HorizontalOrganizationChart"/>
    <dgm:cxn modelId="{842810C8-A98B-46BF-9C99-4EBBAA7FE02F}" type="presOf" srcId="{FC02D000-BFCD-41D2-BE43-4DF8DEE00397}" destId="{9D333BB4-DC91-40AA-AAAB-AC4791271E4A}" srcOrd="1" destOrd="0" presId="urn:microsoft.com/office/officeart/2009/3/layout/HorizontalOrganizationChart"/>
    <dgm:cxn modelId="{0BCE60CD-2BB7-4DFD-8A4C-1EADACA509D0}" type="presOf" srcId="{9692F170-1666-4E50-B979-5679E7D8B4DF}" destId="{A26FF1C0-ADD1-4E81-B93A-ECD6C7482824}" srcOrd="0" destOrd="0" presId="urn:microsoft.com/office/officeart/2009/3/layout/HorizontalOrganizationChart"/>
    <dgm:cxn modelId="{A8B771E0-9347-4FA9-A421-A343B4427C76}" type="presOf" srcId="{BB6E4044-344B-4FB8-9BC1-D916A418A81C}" destId="{5CE4DEE9-3776-4736-B8BA-5017921C8953}" srcOrd="0" destOrd="0" presId="urn:microsoft.com/office/officeart/2009/3/layout/HorizontalOrganizationChart"/>
    <dgm:cxn modelId="{CB5AA5FA-0588-4BA8-88D5-FF80EEC83539}" srcId="{76877AB2-575B-4AD0-88A8-8C65D9E32FD4}" destId="{FC02D000-BFCD-41D2-BE43-4DF8DEE00397}" srcOrd="0" destOrd="0" parTransId="{D1645457-8100-4260-9AAC-0D67128D69D6}" sibTransId="{FD3FAD0D-5342-423D-979E-10F4AB4DEA86}"/>
    <dgm:cxn modelId="{20844672-11C3-4ECB-BD6E-619D4DCC7D64}" type="presParOf" srcId="{59E89A7C-783E-4F05-BF38-49D2A0CD5BEE}" destId="{E9345ABB-E083-4E56-8353-99F7A0789A6F}" srcOrd="0" destOrd="0" presId="urn:microsoft.com/office/officeart/2009/3/layout/HorizontalOrganizationChart"/>
    <dgm:cxn modelId="{84F6BBD9-F2F7-42A0-9515-BA6DFF705DB5}" type="presParOf" srcId="{E9345ABB-E083-4E56-8353-99F7A0789A6F}" destId="{66ECC72A-FF77-4781-AD8F-518BE63BD396}" srcOrd="0" destOrd="0" presId="urn:microsoft.com/office/officeart/2009/3/layout/HorizontalOrganizationChart"/>
    <dgm:cxn modelId="{A5DF136F-3F05-4C39-B267-BE6A3FDA79F5}" type="presParOf" srcId="{66ECC72A-FF77-4781-AD8F-518BE63BD396}" destId="{04B437DA-1656-47B9-93C5-EBCD79D56B30}" srcOrd="0" destOrd="0" presId="urn:microsoft.com/office/officeart/2009/3/layout/HorizontalOrganizationChart"/>
    <dgm:cxn modelId="{DE79C213-350B-4BA7-B669-3EAFBF7C3213}" type="presParOf" srcId="{66ECC72A-FF77-4781-AD8F-518BE63BD396}" destId="{9D333BB4-DC91-40AA-AAAB-AC4791271E4A}" srcOrd="1" destOrd="0" presId="urn:microsoft.com/office/officeart/2009/3/layout/HorizontalOrganizationChart"/>
    <dgm:cxn modelId="{92B1905D-B41E-4D66-8EA2-1D579EA855E1}" type="presParOf" srcId="{E9345ABB-E083-4E56-8353-99F7A0789A6F}" destId="{191E923A-10A5-47CF-839A-6EC7C9F1AE65}" srcOrd="1" destOrd="0" presId="urn:microsoft.com/office/officeart/2009/3/layout/HorizontalOrganizationChart"/>
    <dgm:cxn modelId="{ED01A30B-A9FA-49DA-9FFE-214FACD9D6FE}" type="presParOf" srcId="{191E923A-10A5-47CF-839A-6EC7C9F1AE65}" destId="{CB4881DF-4D71-43F6-9427-8D496BD316E9}" srcOrd="0" destOrd="0" presId="urn:microsoft.com/office/officeart/2009/3/layout/HorizontalOrganizationChart"/>
    <dgm:cxn modelId="{0003F4FF-B811-4DE1-874B-951A0124A434}" type="presParOf" srcId="{191E923A-10A5-47CF-839A-6EC7C9F1AE65}" destId="{7C1FB76B-8249-4EB5-AC32-763F0877A997}" srcOrd="1" destOrd="0" presId="urn:microsoft.com/office/officeart/2009/3/layout/HorizontalOrganizationChart"/>
    <dgm:cxn modelId="{78A9ECC9-5902-4D7E-B88D-ACAFE2DC2499}" type="presParOf" srcId="{7C1FB76B-8249-4EB5-AC32-763F0877A997}" destId="{4D55BA3F-D2BC-452D-884B-043A7E2C4C10}" srcOrd="0" destOrd="0" presId="urn:microsoft.com/office/officeart/2009/3/layout/HorizontalOrganizationChart"/>
    <dgm:cxn modelId="{39547310-B052-4863-A8A3-73A47B4BD79E}" type="presParOf" srcId="{4D55BA3F-D2BC-452D-884B-043A7E2C4C10}" destId="{BAC0F035-087A-4653-9B95-48BE6E077829}" srcOrd="0" destOrd="0" presId="urn:microsoft.com/office/officeart/2009/3/layout/HorizontalOrganizationChart"/>
    <dgm:cxn modelId="{E9FAF81E-8276-453E-B91C-3F8FC1DDF8D0}" type="presParOf" srcId="{4D55BA3F-D2BC-452D-884B-043A7E2C4C10}" destId="{9782C5B9-02A1-4D2F-A66D-3F534875DE61}" srcOrd="1" destOrd="0" presId="urn:microsoft.com/office/officeart/2009/3/layout/HorizontalOrganizationChart"/>
    <dgm:cxn modelId="{096CC3B9-6678-44AC-8347-04CE9A06947C}" type="presParOf" srcId="{7C1FB76B-8249-4EB5-AC32-763F0877A997}" destId="{B83B4B56-DC45-448A-A059-64CEB78BEFA0}" srcOrd="1" destOrd="0" presId="urn:microsoft.com/office/officeart/2009/3/layout/HorizontalOrganizationChart"/>
    <dgm:cxn modelId="{7660CA49-A163-40CE-AD00-5DD6584AD13D}" type="presParOf" srcId="{7C1FB76B-8249-4EB5-AC32-763F0877A997}" destId="{2FEB7DD9-B0E2-4FD2-807B-7AC446F51409}" srcOrd="2" destOrd="0" presId="urn:microsoft.com/office/officeart/2009/3/layout/HorizontalOrganizationChart"/>
    <dgm:cxn modelId="{F56C8EC2-5727-498E-9BC6-A90896538378}" type="presParOf" srcId="{191E923A-10A5-47CF-839A-6EC7C9F1AE65}" destId="{5CE4DEE9-3776-4736-B8BA-5017921C8953}" srcOrd="2" destOrd="0" presId="urn:microsoft.com/office/officeart/2009/3/layout/HorizontalOrganizationChart"/>
    <dgm:cxn modelId="{66CB2573-D225-4FB3-94BB-A6C361733385}" type="presParOf" srcId="{191E923A-10A5-47CF-839A-6EC7C9F1AE65}" destId="{A1ECD21D-9014-4189-A4BB-2A39C17EB9C7}" srcOrd="3" destOrd="0" presId="urn:microsoft.com/office/officeart/2009/3/layout/HorizontalOrganizationChart"/>
    <dgm:cxn modelId="{C924FFA4-8F28-432B-A13A-42424A240872}" type="presParOf" srcId="{A1ECD21D-9014-4189-A4BB-2A39C17EB9C7}" destId="{B46C4A5E-4F1E-43AF-87A3-395F412E5C1D}" srcOrd="0" destOrd="0" presId="urn:microsoft.com/office/officeart/2009/3/layout/HorizontalOrganizationChart"/>
    <dgm:cxn modelId="{23681DAD-CA38-4BDD-AC1D-183FDEF0F38F}" type="presParOf" srcId="{B46C4A5E-4F1E-43AF-87A3-395F412E5C1D}" destId="{A26FF1C0-ADD1-4E81-B93A-ECD6C7482824}" srcOrd="0" destOrd="0" presId="urn:microsoft.com/office/officeart/2009/3/layout/HorizontalOrganizationChart"/>
    <dgm:cxn modelId="{1B355174-AD5E-4B5E-93F9-977120D59668}" type="presParOf" srcId="{B46C4A5E-4F1E-43AF-87A3-395F412E5C1D}" destId="{1A62720F-9FC8-4647-9E26-911C0A363B5C}" srcOrd="1" destOrd="0" presId="urn:microsoft.com/office/officeart/2009/3/layout/HorizontalOrganizationChart"/>
    <dgm:cxn modelId="{5BE7E35B-F63F-4BEF-BF03-164076F77F79}" type="presParOf" srcId="{A1ECD21D-9014-4189-A4BB-2A39C17EB9C7}" destId="{CF292B60-4AF0-44EC-AABD-2361A75CFB91}" srcOrd="1" destOrd="0" presId="urn:microsoft.com/office/officeart/2009/3/layout/HorizontalOrganizationChart"/>
    <dgm:cxn modelId="{5B1D40B7-F008-4B61-BA37-0672EC47E563}" type="presParOf" srcId="{CF292B60-4AF0-44EC-AABD-2361A75CFB91}" destId="{640EE2C6-3E08-4B13-AF62-98DB6A45B7AF}" srcOrd="0" destOrd="0" presId="urn:microsoft.com/office/officeart/2009/3/layout/HorizontalOrganizationChart"/>
    <dgm:cxn modelId="{2D5B7F67-139A-4B00-90A6-C272F71397D7}" type="presParOf" srcId="{CF292B60-4AF0-44EC-AABD-2361A75CFB91}" destId="{10389089-8FDA-44AF-8F0C-F2FB9CE72D34}" srcOrd="1" destOrd="0" presId="urn:microsoft.com/office/officeart/2009/3/layout/HorizontalOrganizationChart"/>
    <dgm:cxn modelId="{2AACC5FF-B407-4756-95AA-0E053308AB51}" type="presParOf" srcId="{10389089-8FDA-44AF-8F0C-F2FB9CE72D34}" destId="{EA3A4BB2-DA77-4BED-98DD-4FCBF1912839}" srcOrd="0" destOrd="0" presId="urn:microsoft.com/office/officeart/2009/3/layout/HorizontalOrganizationChart"/>
    <dgm:cxn modelId="{7E1014A0-8AE0-4190-AF2E-F8B99BAB6642}" type="presParOf" srcId="{EA3A4BB2-DA77-4BED-98DD-4FCBF1912839}" destId="{7328686B-3FAF-4DA3-A472-97B95B177BAB}" srcOrd="0" destOrd="0" presId="urn:microsoft.com/office/officeart/2009/3/layout/HorizontalOrganizationChart"/>
    <dgm:cxn modelId="{0E8D8763-C161-4FEA-82B6-E9D6810F4C83}" type="presParOf" srcId="{EA3A4BB2-DA77-4BED-98DD-4FCBF1912839}" destId="{5A5575D0-B33C-49D9-93C5-C731462311E0}" srcOrd="1" destOrd="0" presId="urn:microsoft.com/office/officeart/2009/3/layout/HorizontalOrganizationChart"/>
    <dgm:cxn modelId="{AF440A54-D8A9-4932-A468-39C41A7F5B5E}" type="presParOf" srcId="{10389089-8FDA-44AF-8F0C-F2FB9CE72D34}" destId="{0D99D711-7B7F-4FDE-B458-75CD11046D84}" srcOrd="1" destOrd="0" presId="urn:microsoft.com/office/officeart/2009/3/layout/HorizontalOrganizationChart"/>
    <dgm:cxn modelId="{5ABF9DA0-A717-49C8-AC8A-11F3473738FD}" type="presParOf" srcId="{10389089-8FDA-44AF-8F0C-F2FB9CE72D34}" destId="{AF8159FF-7BB7-42CD-ADEE-53F0C27EF152}" srcOrd="2" destOrd="0" presId="urn:microsoft.com/office/officeart/2009/3/layout/HorizontalOrganizationChart"/>
    <dgm:cxn modelId="{2B3D22D4-D2DC-4BF6-ACF4-7A730C81FDCC}" type="presParOf" srcId="{CF292B60-4AF0-44EC-AABD-2361A75CFB91}" destId="{ABB5B33A-982C-4821-8736-81832D4FEECD}" srcOrd="2" destOrd="0" presId="urn:microsoft.com/office/officeart/2009/3/layout/HorizontalOrganizationChart"/>
    <dgm:cxn modelId="{8AD20A3A-301E-4B9C-8BC0-7C37C3FECA3E}" type="presParOf" srcId="{CF292B60-4AF0-44EC-AABD-2361A75CFB91}" destId="{16EB77D8-9FC2-48C8-9C62-2F2F8B6DE504}" srcOrd="3" destOrd="0" presId="urn:microsoft.com/office/officeart/2009/3/layout/HorizontalOrganizationChart"/>
    <dgm:cxn modelId="{8E32CDB9-F7CD-4CC8-A1BC-93967363258D}" type="presParOf" srcId="{16EB77D8-9FC2-48C8-9C62-2F2F8B6DE504}" destId="{1B68E577-EB66-4906-80E8-0764010FC833}" srcOrd="0" destOrd="0" presId="urn:microsoft.com/office/officeart/2009/3/layout/HorizontalOrganizationChart"/>
    <dgm:cxn modelId="{59B22D65-2570-483F-9ABB-5798C8ED6EDA}" type="presParOf" srcId="{1B68E577-EB66-4906-80E8-0764010FC833}" destId="{64B7E759-083F-4DFC-84C8-AECE81CCEA4B}" srcOrd="0" destOrd="0" presId="urn:microsoft.com/office/officeart/2009/3/layout/HorizontalOrganizationChart"/>
    <dgm:cxn modelId="{7C266A35-A6D2-4AEE-9CB7-1328FAD7AD87}" type="presParOf" srcId="{1B68E577-EB66-4906-80E8-0764010FC833}" destId="{0B73C7A3-D3ED-4EA8-9984-E92EE91A0C0B}" srcOrd="1" destOrd="0" presId="urn:microsoft.com/office/officeart/2009/3/layout/HorizontalOrganizationChart"/>
    <dgm:cxn modelId="{F6C5EC4E-5B0A-4BAD-81CA-3205CF67AF1F}" type="presParOf" srcId="{16EB77D8-9FC2-48C8-9C62-2F2F8B6DE504}" destId="{DE4D2469-C34C-4ED3-B955-0BB55B552CD3}" srcOrd="1" destOrd="0" presId="urn:microsoft.com/office/officeart/2009/3/layout/HorizontalOrganizationChart"/>
    <dgm:cxn modelId="{3B3DF832-22C8-411C-A6FE-050331AEC128}" type="presParOf" srcId="{16EB77D8-9FC2-48C8-9C62-2F2F8B6DE504}" destId="{EBF23EF5-8E11-422E-944D-D37B3EA4D5B6}" srcOrd="2" destOrd="0" presId="urn:microsoft.com/office/officeart/2009/3/layout/HorizontalOrganizationChart"/>
    <dgm:cxn modelId="{9465B01D-B6A7-462F-A2F3-C4994312F6E8}" type="presParOf" srcId="{A1ECD21D-9014-4189-A4BB-2A39C17EB9C7}" destId="{DD91A4B4-5EA9-4CC4-B13A-0637210371F2}" srcOrd="2" destOrd="0" presId="urn:microsoft.com/office/officeart/2009/3/layout/HorizontalOrganizationChart"/>
    <dgm:cxn modelId="{1F54B55F-9568-434D-B043-730FA3EB80D2}" type="presParOf" srcId="{E9345ABB-E083-4E56-8353-99F7A0789A6F}" destId="{C3E6E52F-E99D-4810-A6ED-2694E795C0F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C5768-7744-4E3C-AFFD-114F7FC7B27A}">
      <dsp:nvSpPr>
        <dsp:cNvPr id="0" name=""/>
        <dsp:cNvSpPr/>
      </dsp:nvSpPr>
      <dsp:spPr>
        <a:xfrm>
          <a:off x="652786" y="-98942"/>
          <a:ext cx="2407445" cy="2407445"/>
        </a:xfrm>
        <a:prstGeom prst="circularArrow">
          <a:avLst>
            <a:gd name="adj1" fmla="val 5689"/>
            <a:gd name="adj2" fmla="val 340510"/>
            <a:gd name="adj3" fmla="val 12697601"/>
            <a:gd name="adj4" fmla="val 18076265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0193A-8E96-4CF9-B514-14477D324C78}">
      <dsp:nvSpPr>
        <dsp:cNvPr id="0" name=""/>
        <dsp:cNvSpPr/>
      </dsp:nvSpPr>
      <dsp:spPr>
        <a:xfrm>
          <a:off x="1060603" y="505"/>
          <a:ext cx="1591811" cy="795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모델 학습</a:t>
          </a:r>
        </a:p>
      </dsp:txBody>
      <dsp:txXfrm>
        <a:off x="1099456" y="39358"/>
        <a:ext cx="1514105" cy="718199"/>
      </dsp:txXfrm>
    </dsp:sp>
    <dsp:sp modelId="{FF65CD69-3261-4310-95BD-E631B9F94A1B}">
      <dsp:nvSpPr>
        <dsp:cNvPr id="0" name=""/>
        <dsp:cNvSpPr/>
      </dsp:nvSpPr>
      <dsp:spPr>
        <a:xfrm>
          <a:off x="2121206" y="1312620"/>
          <a:ext cx="1591811" cy="795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평가 및 결과 비교</a:t>
          </a:r>
        </a:p>
      </dsp:txBody>
      <dsp:txXfrm>
        <a:off x="2160059" y="1351473"/>
        <a:ext cx="1514105" cy="718199"/>
      </dsp:txXfrm>
    </dsp:sp>
    <dsp:sp modelId="{F7F2BB40-E613-4223-9A6A-A873CEAD098A}">
      <dsp:nvSpPr>
        <dsp:cNvPr id="0" name=""/>
        <dsp:cNvSpPr/>
      </dsp:nvSpPr>
      <dsp:spPr>
        <a:xfrm>
          <a:off x="0" y="1312619"/>
          <a:ext cx="1591811" cy="795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 err="1"/>
            <a:t>하이퍼파라미터</a:t>
          </a:r>
          <a:r>
            <a:rPr lang="ko-KR" altLang="en-US" sz="1500" kern="1200" dirty="0"/>
            <a:t> 튜닝</a:t>
          </a:r>
        </a:p>
      </dsp:txBody>
      <dsp:txXfrm>
        <a:off x="38853" y="1351472"/>
        <a:ext cx="1514105" cy="718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3994B-15D9-491D-AACF-DBFC2D2E5D15}">
      <dsp:nvSpPr>
        <dsp:cNvPr id="0" name=""/>
        <dsp:cNvSpPr/>
      </dsp:nvSpPr>
      <dsp:spPr>
        <a:xfrm>
          <a:off x="326434" y="0"/>
          <a:ext cx="3699590" cy="244244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54847-FC82-4AF9-98E8-83249CEFDE4E}">
      <dsp:nvSpPr>
        <dsp:cNvPr id="0" name=""/>
        <dsp:cNvSpPr/>
      </dsp:nvSpPr>
      <dsp:spPr>
        <a:xfrm>
          <a:off x="141008" y="732732"/>
          <a:ext cx="1305737" cy="97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환경구축</a:t>
          </a:r>
        </a:p>
      </dsp:txBody>
      <dsp:txXfrm>
        <a:off x="188700" y="780424"/>
        <a:ext cx="1210353" cy="881592"/>
      </dsp:txXfrm>
    </dsp:sp>
    <dsp:sp modelId="{A364BCF4-BCF1-43F6-90D1-0F06A295DE86}">
      <dsp:nvSpPr>
        <dsp:cNvPr id="0" name=""/>
        <dsp:cNvSpPr/>
      </dsp:nvSpPr>
      <dsp:spPr>
        <a:xfrm>
          <a:off x="1523360" y="732732"/>
          <a:ext cx="1305737" cy="97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데이터셋 </a:t>
          </a:r>
          <a:endParaRPr lang="en-US" altLang="ko-KR" sz="1500" kern="1200" dirty="0"/>
        </a:p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준비 및 분석</a:t>
          </a:r>
        </a:p>
      </dsp:txBody>
      <dsp:txXfrm>
        <a:off x="1571052" y="780424"/>
        <a:ext cx="1210353" cy="881592"/>
      </dsp:txXfrm>
    </dsp:sp>
    <dsp:sp modelId="{A4E729FE-6607-48D4-8178-BA73962824C4}">
      <dsp:nvSpPr>
        <dsp:cNvPr id="0" name=""/>
        <dsp:cNvSpPr/>
      </dsp:nvSpPr>
      <dsp:spPr>
        <a:xfrm>
          <a:off x="2905712" y="732732"/>
          <a:ext cx="1305737" cy="97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데이터 </a:t>
          </a:r>
          <a:endParaRPr lang="en-US" altLang="ko-KR" sz="1500" kern="1200" dirty="0"/>
        </a:p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 err="1"/>
            <a:t>전처리</a:t>
          </a:r>
          <a:endParaRPr lang="ko-KR" altLang="en-US" sz="1500" kern="1200" dirty="0"/>
        </a:p>
      </dsp:txBody>
      <dsp:txXfrm>
        <a:off x="2953404" y="780424"/>
        <a:ext cx="1210353" cy="8815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5B33A-982C-4821-8736-81832D4FEECD}">
      <dsp:nvSpPr>
        <dsp:cNvPr id="0" name=""/>
        <dsp:cNvSpPr/>
      </dsp:nvSpPr>
      <dsp:spPr>
        <a:xfrm>
          <a:off x="647254" y="444736"/>
          <a:ext cx="129311" cy="27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655" y="0"/>
              </a:lnTo>
              <a:lnTo>
                <a:pt x="64655" y="278020"/>
              </a:lnTo>
              <a:lnTo>
                <a:pt x="129311" y="27802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4DEE9-3776-4736-B8BA-5017921C8953}">
      <dsp:nvSpPr>
        <dsp:cNvPr id="0" name=""/>
        <dsp:cNvSpPr/>
      </dsp:nvSpPr>
      <dsp:spPr>
        <a:xfrm>
          <a:off x="647254" y="399016"/>
          <a:ext cx="1293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9311" y="4572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881DF-4D71-43F6-9427-8D496BD316E9}">
      <dsp:nvSpPr>
        <dsp:cNvPr id="0" name=""/>
        <dsp:cNvSpPr/>
      </dsp:nvSpPr>
      <dsp:spPr>
        <a:xfrm>
          <a:off x="647254" y="166715"/>
          <a:ext cx="129311" cy="278020"/>
        </a:xfrm>
        <a:custGeom>
          <a:avLst/>
          <a:gdLst/>
          <a:ahLst/>
          <a:cxnLst/>
          <a:rect l="0" t="0" r="0" b="0"/>
          <a:pathLst>
            <a:path>
              <a:moveTo>
                <a:pt x="0" y="278020"/>
              </a:moveTo>
              <a:lnTo>
                <a:pt x="64655" y="278020"/>
              </a:lnTo>
              <a:lnTo>
                <a:pt x="64655" y="0"/>
              </a:lnTo>
              <a:lnTo>
                <a:pt x="129311" y="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437DA-1656-47B9-93C5-EBCD79D56B30}">
      <dsp:nvSpPr>
        <dsp:cNvPr id="0" name=""/>
        <dsp:cNvSpPr/>
      </dsp:nvSpPr>
      <dsp:spPr>
        <a:xfrm>
          <a:off x="695" y="346136"/>
          <a:ext cx="646559" cy="19720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label</a:t>
          </a:r>
          <a:endParaRPr lang="ko-KR" altLang="en-US" sz="1000" kern="1200" dirty="0"/>
        </a:p>
      </dsp:txBody>
      <dsp:txXfrm>
        <a:off x="695" y="346136"/>
        <a:ext cx="646559" cy="197200"/>
      </dsp:txXfrm>
    </dsp:sp>
    <dsp:sp modelId="{BAC0F035-087A-4653-9B95-48BE6E077829}">
      <dsp:nvSpPr>
        <dsp:cNvPr id="0" name=""/>
        <dsp:cNvSpPr/>
      </dsp:nvSpPr>
      <dsp:spPr>
        <a:xfrm>
          <a:off x="776566" y="68115"/>
          <a:ext cx="646559" cy="197200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categories</a:t>
          </a:r>
          <a:endParaRPr lang="ko-KR" altLang="en-US" sz="1000" kern="1200" dirty="0"/>
        </a:p>
      </dsp:txBody>
      <dsp:txXfrm>
        <a:off x="776566" y="68115"/>
        <a:ext cx="646559" cy="197200"/>
      </dsp:txXfrm>
    </dsp:sp>
    <dsp:sp modelId="{A26FF1C0-ADD1-4E81-B93A-ECD6C7482824}">
      <dsp:nvSpPr>
        <dsp:cNvPr id="0" name=""/>
        <dsp:cNvSpPr/>
      </dsp:nvSpPr>
      <dsp:spPr>
        <a:xfrm>
          <a:off x="776566" y="346136"/>
          <a:ext cx="646559" cy="19720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images</a:t>
          </a:r>
          <a:endParaRPr lang="ko-KR" altLang="en-US" sz="1000" kern="1200" dirty="0"/>
        </a:p>
      </dsp:txBody>
      <dsp:txXfrm>
        <a:off x="776566" y="346136"/>
        <a:ext cx="646559" cy="197200"/>
      </dsp:txXfrm>
    </dsp:sp>
    <dsp:sp modelId="{64B7E759-083F-4DFC-84C8-AECE81CCEA4B}">
      <dsp:nvSpPr>
        <dsp:cNvPr id="0" name=""/>
        <dsp:cNvSpPr/>
      </dsp:nvSpPr>
      <dsp:spPr>
        <a:xfrm>
          <a:off x="776566" y="624156"/>
          <a:ext cx="646559" cy="19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annotations</a:t>
          </a:r>
          <a:endParaRPr lang="ko-KR" altLang="en-US" sz="1000" kern="1200" dirty="0"/>
        </a:p>
      </dsp:txBody>
      <dsp:txXfrm>
        <a:off x="776566" y="624156"/>
        <a:ext cx="646559" cy="197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5B33A-982C-4821-8736-81832D4FEECD}">
      <dsp:nvSpPr>
        <dsp:cNvPr id="0" name=""/>
        <dsp:cNvSpPr/>
      </dsp:nvSpPr>
      <dsp:spPr>
        <a:xfrm>
          <a:off x="1556215" y="717319"/>
          <a:ext cx="141387" cy="1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693" y="0"/>
              </a:lnTo>
              <a:lnTo>
                <a:pt x="70693" y="151991"/>
              </a:lnTo>
              <a:lnTo>
                <a:pt x="141387" y="1519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EE2C6-3E08-4B13-AF62-98DB6A45B7AF}">
      <dsp:nvSpPr>
        <dsp:cNvPr id="0" name=""/>
        <dsp:cNvSpPr/>
      </dsp:nvSpPr>
      <dsp:spPr>
        <a:xfrm>
          <a:off x="1556215" y="565327"/>
          <a:ext cx="141387" cy="151991"/>
        </a:xfrm>
        <a:custGeom>
          <a:avLst/>
          <a:gdLst/>
          <a:ahLst/>
          <a:cxnLst/>
          <a:rect l="0" t="0" r="0" b="0"/>
          <a:pathLst>
            <a:path>
              <a:moveTo>
                <a:pt x="0" y="151991"/>
              </a:moveTo>
              <a:lnTo>
                <a:pt x="70693" y="151991"/>
              </a:lnTo>
              <a:lnTo>
                <a:pt x="70693" y="0"/>
              </a:lnTo>
              <a:lnTo>
                <a:pt x="141387" y="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4DEE9-3776-4736-B8BA-5017921C8953}">
      <dsp:nvSpPr>
        <dsp:cNvPr id="0" name=""/>
        <dsp:cNvSpPr/>
      </dsp:nvSpPr>
      <dsp:spPr>
        <a:xfrm>
          <a:off x="707891" y="565327"/>
          <a:ext cx="141387" cy="1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693" y="0"/>
              </a:lnTo>
              <a:lnTo>
                <a:pt x="70693" y="151991"/>
              </a:lnTo>
              <a:lnTo>
                <a:pt x="141387" y="1519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881DF-4D71-43F6-9427-8D496BD316E9}">
      <dsp:nvSpPr>
        <dsp:cNvPr id="0" name=""/>
        <dsp:cNvSpPr/>
      </dsp:nvSpPr>
      <dsp:spPr>
        <a:xfrm>
          <a:off x="707891" y="413336"/>
          <a:ext cx="141387" cy="151991"/>
        </a:xfrm>
        <a:custGeom>
          <a:avLst/>
          <a:gdLst/>
          <a:ahLst/>
          <a:cxnLst/>
          <a:rect l="0" t="0" r="0" b="0"/>
          <a:pathLst>
            <a:path>
              <a:moveTo>
                <a:pt x="0" y="151991"/>
              </a:moveTo>
              <a:lnTo>
                <a:pt x="70693" y="151991"/>
              </a:lnTo>
              <a:lnTo>
                <a:pt x="70693" y="0"/>
              </a:lnTo>
              <a:lnTo>
                <a:pt x="141387" y="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437DA-1656-47B9-93C5-EBCD79D56B30}">
      <dsp:nvSpPr>
        <dsp:cNvPr id="0" name=""/>
        <dsp:cNvSpPr/>
      </dsp:nvSpPr>
      <dsp:spPr>
        <a:xfrm>
          <a:off x="954" y="457519"/>
          <a:ext cx="706936" cy="215615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label</a:t>
          </a:r>
          <a:endParaRPr lang="ko-KR" altLang="en-US" sz="1300" kern="1200" dirty="0"/>
        </a:p>
      </dsp:txBody>
      <dsp:txXfrm>
        <a:off x="954" y="457519"/>
        <a:ext cx="706936" cy="215615"/>
      </dsp:txXfrm>
    </dsp:sp>
    <dsp:sp modelId="{BAC0F035-087A-4653-9B95-48BE6E077829}">
      <dsp:nvSpPr>
        <dsp:cNvPr id="0" name=""/>
        <dsp:cNvSpPr/>
      </dsp:nvSpPr>
      <dsp:spPr>
        <a:xfrm>
          <a:off x="849278" y="305528"/>
          <a:ext cx="706936" cy="21561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categories</a:t>
          </a:r>
          <a:endParaRPr lang="ko-KR" altLang="en-US" sz="1300" kern="1200" dirty="0"/>
        </a:p>
      </dsp:txBody>
      <dsp:txXfrm>
        <a:off x="849278" y="305528"/>
        <a:ext cx="706936" cy="215615"/>
      </dsp:txXfrm>
    </dsp:sp>
    <dsp:sp modelId="{A26FF1C0-ADD1-4E81-B93A-ECD6C7482824}">
      <dsp:nvSpPr>
        <dsp:cNvPr id="0" name=""/>
        <dsp:cNvSpPr/>
      </dsp:nvSpPr>
      <dsp:spPr>
        <a:xfrm>
          <a:off x="849278" y="609511"/>
          <a:ext cx="706936" cy="215615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images</a:t>
          </a:r>
          <a:endParaRPr lang="ko-KR" altLang="en-US" sz="1300" kern="1200" dirty="0"/>
        </a:p>
      </dsp:txBody>
      <dsp:txXfrm>
        <a:off x="849278" y="609511"/>
        <a:ext cx="706936" cy="215615"/>
      </dsp:txXfrm>
    </dsp:sp>
    <dsp:sp modelId="{7328686B-3FAF-4DA3-A472-97B95B177BAB}">
      <dsp:nvSpPr>
        <dsp:cNvPr id="0" name=""/>
        <dsp:cNvSpPr/>
      </dsp:nvSpPr>
      <dsp:spPr>
        <a:xfrm>
          <a:off x="1697602" y="457519"/>
          <a:ext cx="706936" cy="215615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categories</a:t>
          </a:r>
          <a:endParaRPr lang="ko-KR" altLang="en-US" sz="1300" kern="1200" dirty="0"/>
        </a:p>
      </dsp:txBody>
      <dsp:txXfrm>
        <a:off x="1697602" y="457519"/>
        <a:ext cx="706936" cy="215615"/>
      </dsp:txXfrm>
    </dsp:sp>
    <dsp:sp modelId="{64B7E759-083F-4DFC-84C8-AECE81CCEA4B}">
      <dsp:nvSpPr>
        <dsp:cNvPr id="0" name=""/>
        <dsp:cNvSpPr/>
      </dsp:nvSpPr>
      <dsp:spPr>
        <a:xfrm>
          <a:off x="1697602" y="761502"/>
          <a:ext cx="706936" cy="215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 err="1"/>
            <a:t>bbox</a:t>
          </a:r>
          <a:endParaRPr lang="ko-KR" altLang="en-US" sz="1300" kern="1200" dirty="0"/>
        </a:p>
      </dsp:txBody>
      <dsp:txXfrm>
        <a:off x="1697602" y="761502"/>
        <a:ext cx="706936" cy="215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79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친구들과 낚시 갔던 경험</a:t>
            </a:r>
            <a:r>
              <a:rPr lang="en-US" altLang="ko-KR" dirty="0"/>
              <a:t>,</a:t>
            </a:r>
            <a:r>
              <a:rPr lang="ko-KR" altLang="en-US" dirty="0"/>
              <a:t> 평소에도 생물을 관찰하는 것을 즐김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알고서 그물망 등으로 불법포획 하는 경우도 문제가 되지만</a:t>
            </a:r>
            <a:r>
              <a:rPr lang="en-US" altLang="ko-KR" dirty="0"/>
              <a:t>,</a:t>
            </a:r>
            <a:r>
              <a:rPr lang="ko-KR" altLang="en-US" dirty="0"/>
              <a:t> 개인이 잘 모르고 불법포획 하는 경우도 많음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데이터셋을 준비하며 알게 된 정보 </a:t>
            </a:r>
            <a:r>
              <a:rPr lang="en-US" altLang="ko-KR" dirty="0"/>
              <a:t>:</a:t>
            </a:r>
            <a:r>
              <a:rPr lang="ko-KR" altLang="en-US" dirty="0"/>
              <a:t> 이 데이터셋은 사진을 찍어 인공지능으로 분류한 </a:t>
            </a:r>
            <a:r>
              <a:rPr lang="ko-KR" altLang="en-US" dirty="0" err="1"/>
              <a:t>데이터셋이기</a:t>
            </a:r>
            <a:r>
              <a:rPr lang="ko-KR" altLang="en-US" dirty="0"/>
              <a:t> 때문에 물고기의 </a:t>
            </a:r>
            <a:r>
              <a:rPr lang="ko-KR" altLang="en-US" dirty="0" err="1"/>
              <a:t>체장</a:t>
            </a:r>
            <a:r>
              <a:rPr lang="ko-KR" altLang="en-US" dirty="0"/>
              <a:t> 데이터가 정확하지 않고</a:t>
            </a:r>
            <a:r>
              <a:rPr lang="en-US" altLang="ko-KR" dirty="0"/>
              <a:t>,</a:t>
            </a:r>
            <a:r>
              <a:rPr lang="ko-KR" altLang="en-US" dirty="0"/>
              <a:t> 때문에 성어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준성어</a:t>
            </a:r>
            <a:r>
              <a:rPr lang="ko-KR" altLang="en-US" dirty="0"/>
              <a:t> 여부가 확실치 않음</a:t>
            </a:r>
            <a:endParaRPr lang="en-US" altLang="ko-KR" dirty="0"/>
          </a:p>
          <a:p>
            <a:r>
              <a:rPr lang="en" altLang="ko-KR" b="1" dirty="0" err="1"/>
              <a:t>PyTorch</a:t>
            </a:r>
            <a:r>
              <a:rPr lang="en" altLang="ko-KR" b="1" dirty="0"/>
              <a:t> </a:t>
            </a:r>
            <a:r>
              <a:rPr lang="ko-KR" altLang="en-US" b="1" dirty="0"/>
              <a:t>딥러닝 프레임워크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" altLang="ko-KR" dirty="0"/>
              <a:t>CUDA 12.1 </a:t>
            </a:r>
            <a:r>
              <a:rPr lang="ko-KR" altLang="en-US" dirty="0"/>
              <a:t>지원 버전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이미지 데이터셋 로딩 및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도구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" altLang="ko-KR" dirty="0" err="1"/>
              <a:t>PyTorch</a:t>
            </a:r>
            <a:r>
              <a:rPr lang="en" altLang="ko-KR" dirty="0"/>
              <a:t> </a:t>
            </a:r>
            <a:r>
              <a:rPr lang="ko-KR" altLang="en-US" dirty="0"/>
              <a:t>연동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수치 계산</a:t>
            </a:r>
            <a:r>
              <a:rPr lang="en-US" altLang="ko-KR" b="1" dirty="0"/>
              <a:t>, </a:t>
            </a:r>
            <a:r>
              <a:rPr lang="ko-KR" altLang="en-US" b="1" dirty="0"/>
              <a:t>배열 연산</a:t>
            </a:r>
            <a:r>
              <a:rPr lang="ko-KR" altLang="en-US" dirty="0"/>
              <a:t> 등 </a:t>
            </a:r>
            <a:r>
              <a:rPr lang="ko-KR" altLang="en-US" dirty="0" err="1"/>
              <a:t>머신러닝</a:t>
            </a:r>
            <a:r>
              <a:rPr lang="ko-KR" altLang="en-US" dirty="0"/>
              <a:t> 기본 도구 </a:t>
            </a:r>
            <a:endParaRPr lang="en-US" altLang="ko-KR" dirty="0"/>
          </a:p>
          <a:p>
            <a:r>
              <a:rPr lang="ko-KR" altLang="en-US" b="1" dirty="0"/>
              <a:t>이미지 입출력 및 처리 </a:t>
            </a:r>
            <a:r>
              <a:rPr lang="en-US" altLang="ko-KR" b="1" dirty="0"/>
              <a:t>(</a:t>
            </a:r>
            <a:r>
              <a:rPr lang="en" altLang="ko-KR" b="1" dirty="0"/>
              <a:t>PIL)</a:t>
            </a:r>
            <a:r>
              <a:rPr lang="en" altLang="ko-KR" dirty="0"/>
              <a:t> </a:t>
            </a:r>
          </a:p>
          <a:p>
            <a:r>
              <a:rPr lang="ko-KR" altLang="en-US" b="1" dirty="0"/>
              <a:t>모델 평가</a:t>
            </a:r>
            <a:r>
              <a:rPr lang="en-US" altLang="ko-KR" b="1" dirty="0"/>
              <a:t>, </a:t>
            </a:r>
            <a:r>
              <a:rPr lang="ko-KR" altLang="en-US" b="1" dirty="0"/>
              <a:t>분류</a:t>
            </a:r>
            <a:r>
              <a:rPr lang="en-US" altLang="ko-KR" b="1" dirty="0"/>
              <a:t>·</a:t>
            </a:r>
            <a:r>
              <a:rPr lang="ko-KR" altLang="en-US" b="1" dirty="0"/>
              <a:t>회귀</a:t>
            </a:r>
            <a:r>
              <a:rPr lang="en-US" altLang="ko-KR" b="1" dirty="0"/>
              <a:t>, </a:t>
            </a:r>
            <a:r>
              <a:rPr lang="ko-KR" altLang="en-US" b="1" dirty="0" err="1"/>
              <a:t>전처리</a:t>
            </a:r>
            <a:r>
              <a:rPr lang="en-US" altLang="ko-KR" b="1" dirty="0"/>
              <a:t>, </a:t>
            </a:r>
            <a:r>
              <a:rPr lang="en" altLang="ko-KR" b="1" dirty="0"/>
              <a:t>confusion matrix </a:t>
            </a:r>
            <a:r>
              <a:rPr lang="ko-KR" altLang="en-US" b="1" dirty="0"/>
              <a:t>등 통계 모델 도구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b="1" dirty="0"/>
              <a:t>고급 수학 및 과학 연산 </a:t>
            </a:r>
            <a:r>
              <a:rPr lang="en-US" altLang="ko-KR" b="1" dirty="0"/>
              <a:t>(</a:t>
            </a:r>
            <a:r>
              <a:rPr lang="ko-KR" altLang="en-US" b="1" dirty="0"/>
              <a:t>최적화</a:t>
            </a:r>
            <a:r>
              <a:rPr lang="en-US" altLang="ko-KR" b="1" dirty="0"/>
              <a:t>, </a:t>
            </a:r>
            <a:r>
              <a:rPr lang="ko-KR" altLang="en-US" b="1" dirty="0"/>
              <a:t>통계</a:t>
            </a:r>
            <a:r>
              <a:rPr lang="en-US" altLang="ko-KR" b="1" dirty="0"/>
              <a:t>, </a:t>
            </a:r>
            <a:r>
              <a:rPr lang="ko-KR" altLang="en-US" b="1" dirty="0"/>
              <a:t>선형대수 등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b="1" dirty="0"/>
              <a:t>ResNet18</a:t>
            </a:r>
            <a:r>
              <a:rPr lang="ko-KR" altLang="en-US" dirty="0"/>
              <a:t>은 </a:t>
            </a:r>
            <a:r>
              <a:rPr lang="en" altLang="ko-KR" b="1" dirty="0"/>
              <a:t>Residual Network</a:t>
            </a:r>
            <a:r>
              <a:rPr lang="en" altLang="ko-KR" dirty="0"/>
              <a:t> </a:t>
            </a:r>
            <a:r>
              <a:rPr lang="ko-KR" altLang="en-US" dirty="0"/>
              <a:t>계열 중에서 **</a:t>
            </a:r>
            <a:r>
              <a:rPr lang="en-US" altLang="ko-KR" dirty="0"/>
              <a:t>18</a:t>
            </a:r>
            <a:r>
              <a:rPr lang="ko-KR" altLang="en-US" dirty="0"/>
              <a:t>개의 레이어</a:t>
            </a:r>
            <a:r>
              <a:rPr lang="en-US" altLang="ko-KR" dirty="0"/>
              <a:t>(</a:t>
            </a:r>
            <a:r>
              <a:rPr lang="en" altLang="ko-KR" dirty="0"/>
              <a:t>depth)**</a:t>
            </a:r>
            <a:r>
              <a:rPr lang="ko-KR" altLang="en-US" dirty="0" err="1"/>
              <a:t>를</a:t>
            </a:r>
            <a:r>
              <a:rPr lang="ko-KR" altLang="en-US" dirty="0"/>
              <a:t> 가진 </a:t>
            </a:r>
            <a:r>
              <a:rPr lang="ko-KR" altLang="en-US" b="1" dirty="0"/>
              <a:t>경량 모델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Resudual</a:t>
            </a:r>
            <a:r>
              <a:rPr lang="en-US" altLang="ko-KR" dirty="0"/>
              <a:t> connection (</a:t>
            </a:r>
            <a:r>
              <a:rPr lang="ko-KR" altLang="en-US" dirty="0" err="1"/>
              <a:t>잔차연결</a:t>
            </a:r>
            <a:r>
              <a:rPr lang="en-US" altLang="ko-KR" dirty="0"/>
              <a:t>)</a:t>
            </a:r>
            <a:r>
              <a:rPr lang="ko-KR" altLang="en-US" dirty="0"/>
              <a:t> 방식의 모델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**</a:t>
            </a:r>
            <a:r>
              <a:rPr lang="ko-KR" altLang="en-US" dirty="0"/>
              <a:t>입력을 그대로 더해주는 </a:t>
            </a:r>
            <a:r>
              <a:rPr lang="en" altLang="ko-KR" dirty="0"/>
              <a:t>skip connection (</a:t>
            </a:r>
            <a:r>
              <a:rPr lang="ko-KR" altLang="en-US" dirty="0" err="1"/>
              <a:t>스킵</a:t>
            </a:r>
            <a:r>
              <a:rPr lang="ko-KR" altLang="en-US" dirty="0"/>
              <a:t> 연결</a:t>
            </a:r>
            <a:r>
              <a:rPr lang="en-US" altLang="ko-KR" dirty="0"/>
              <a:t>)**</a:t>
            </a:r>
            <a:r>
              <a:rPr lang="ko-KR" altLang="en-US" dirty="0"/>
              <a:t>을 사용하는 거죠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경량구조</a:t>
            </a:r>
            <a:r>
              <a:rPr lang="en-US" altLang="ko-KR" dirty="0"/>
              <a:t>,</a:t>
            </a:r>
            <a:r>
              <a:rPr lang="ko-KR" altLang="en-US" dirty="0"/>
              <a:t> 전이학습에 용이합니다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이외에도 </a:t>
            </a:r>
            <a:r>
              <a:rPr lang="en-US" altLang="ko-KR" dirty="0"/>
              <a:t>34,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 </a:t>
            </a:r>
            <a:r>
              <a:rPr lang="en-US" altLang="ko-KR" dirty="0"/>
              <a:t>101</a:t>
            </a:r>
            <a:r>
              <a:rPr lang="ko-KR" altLang="en-US" dirty="0"/>
              <a:t> 등이 있으나 경량성이 가장 중요하다고 생각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0E2B-8633-9EC0-0EE1-57F308A6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D7BBE-928C-1BF1-AAB8-FB188B120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B3E9C-6FC5-19A0-6C23-D01AE8108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필요없는</a:t>
            </a:r>
            <a:r>
              <a:rPr lang="ko-KR" altLang="en-US" dirty="0"/>
              <a:t> 정보 많음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iscrowd</a:t>
            </a:r>
            <a:r>
              <a:rPr lang="ko-KR" altLang="en-US" dirty="0"/>
              <a:t>는 물고기가 무리로 </a:t>
            </a:r>
            <a:r>
              <a:rPr lang="ko-KR" altLang="en-US" dirty="0" err="1"/>
              <a:t>형성되어있는지</a:t>
            </a:r>
            <a:r>
              <a:rPr lang="ko-KR" altLang="en-US" dirty="0"/>
              <a:t> 여부인데</a:t>
            </a:r>
            <a:endParaRPr lang="en-US" altLang="ko-KR" dirty="0"/>
          </a:p>
          <a:p>
            <a:r>
              <a:rPr lang="ko-KR" altLang="en-US" dirty="0"/>
              <a:t>대부분의 데이터가 </a:t>
            </a:r>
            <a:r>
              <a:rPr lang="en-US" altLang="ko-KR" dirty="0"/>
              <a:t>1</a:t>
            </a:r>
            <a:r>
              <a:rPr lang="ko-KR" altLang="en-US" dirty="0"/>
              <a:t>로 되어있어서 의미가 없었음</a:t>
            </a:r>
            <a:endParaRPr lang="en-US" altLang="ko-KR" dirty="0"/>
          </a:p>
          <a:p>
            <a:r>
              <a:rPr lang="ko-KR" altLang="en-US" dirty="0"/>
              <a:t>이외에도 어종</a:t>
            </a:r>
            <a:r>
              <a:rPr lang="en-US" altLang="ko-KR" dirty="0"/>
              <a:t>,</a:t>
            </a:r>
            <a:r>
              <a:rPr lang="ko-KR" altLang="en-US" dirty="0"/>
              <a:t> 이미지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어노테이션이</a:t>
            </a:r>
            <a:r>
              <a:rPr lang="ko-KR" altLang="en-US" dirty="0"/>
              <a:t> 아이디로 </a:t>
            </a:r>
            <a:r>
              <a:rPr lang="ko-KR" altLang="en-US" dirty="0" err="1"/>
              <a:t>연결되어있어</a:t>
            </a:r>
            <a:r>
              <a:rPr lang="ko-KR" altLang="en-US" dirty="0"/>
              <a:t> 가독성이 떨어지고 자료구조가 복잡함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6DCD5-09EC-02D5-964D-656931333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84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80A4-412D-302B-57AE-0B413BC0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1F16A-C0E1-4C43-19B9-E717DA990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3E245-CA0B-E0BE-A0F2-FFB9183F9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차적으로 자료구조를 정리했고 </a:t>
            </a:r>
            <a:r>
              <a:rPr lang="ko-KR" altLang="en-US" dirty="0" err="1"/>
              <a:t>필요없는</a:t>
            </a:r>
            <a:r>
              <a:rPr lang="ko-KR" altLang="en-US" dirty="0"/>
              <a:t> 정보를 정제함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단계에서 데이터셋에 있는 정보로는 성체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준성체</a:t>
            </a:r>
            <a:r>
              <a:rPr lang="ko-KR" altLang="en-US" dirty="0"/>
              <a:t> 여부를 판단하기 어렵다고 생각했고</a:t>
            </a:r>
            <a:endParaRPr lang="en-US" altLang="ko-KR" dirty="0"/>
          </a:p>
          <a:p>
            <a:r>
              <a:rPr lang="ko-KR" altLang="en-US" dirty="0"/>
              <a:t>해당 정보를 정제함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D3447-FD83-2BCF-C74D-16C16ADB2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1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8040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뒤에 </a:t>
            </a:r>
            <a:r>
              <a:rPr kumimoji="1" lang="en-US" altLang="ko-KR" dirty="0"/>
              <a:t>renet18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소개할 것 이지만 추가로 </a:t>
            </a:r>
            <a:r>
              <a:rPr kumimoji="1" lang="en-US" altLang="ko-KR" dirty="0"/>
              <a:t>resnet18</a:t>
            </a:r>
            <a:r>
              <a:rPr kumimoji="1" lang="ko-KR" altLang="en-US" dirty="0"/>
              <a:t>의 이미지 입력층은 </a:t>
            </a:r>
            <a:r>
              <a:rPr kumimoji="1" lang="en-US" altLang="ko-KR" dirty="0"/>
              <a:t>244</a:t>
            </a:r>
            <a:r>
              <a:rPr kumimoji="1" lang="ko-KR" altLang="en-US" dirty="0"/>
              <a:t> </a:t>
            </a:r>
            <a:r>
              <a:rPr kumimoji="1" lang="en-US" altLang="ko-KR" dirty="0"/>
              <a:t>x</a:t>
            </a:r>
            <a:r>
              <a:rPr kumimoji="1" lang="ko-KR" altLang="en-US" dirty="0"/>
              <a:t> </a:t>
            </a:r>
            <a:r>
              <a:rPr kumimoji="1" lang="en-US" altLang="ko-KR" dirty="0"/>
              <a:t>244</a:t>
            </a:r>
            <a:r>
              <a:rPr kumimoji="1" lang="ko-KR" altLang="en-US" dirty="0"/>
              <a:t>인데 해당 이미지 리사이징은 모델 구현 코드에서 함께 처리함 </a:t>
            </a:r>
            <a:endParaRPr kumimoji="1" lang="en-US" altLang="ko-KR" dirty="0"/>
          </a:p>
          <a:p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되지않은</a:t>
            </a:r>
            <a:r>
              <a:rPr kumimoji="1" lang="ko-KR" altLang="en-US" dirty="0"/>
              <a:t> 테스트 데이터를 </a:t>
            </a:r>
            <a:r>
              <a:rPr kumimoji="1" lang="ko-KR" altLang="en-US" dirty="0" err="1"/>
              <a:t>입력받기</a:t>
            </a:r>
            <a:r>
              <a:rPr kumimoji="1" lang="ko-KR" altLang="en-US" dirty="0"/>
              <a:t> 위함</a:t>
            </a:r>
          </a:p>
        </p:txBody>
      </p:sp>
    </p:spTree>
    <p:extLst>
      <p:ext uri="{BB962C8B-B14F-4D97-AF65-F5344CB8AC3E}">
        <p14:creationId xmlns:p14="http://schemas.microsoft.com/office/powerpoint/2010/main" val="2190390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AF2F-E33C-D0CC-39CA-F1FDAA87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63D90-D40E-AA2F-A622-0F4AC9A16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28D5D-8D3C-BC74-285C-A5132C05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전이 학습의 방법 중 하나인 특성추출방식</a:t>
            </a:r>
            <a:endParaRPr lang="en-US" altLang="ko-KR" dirty="0"/>
          </a:p>
          <a:p>
            <a:r>
              <a:rPr lang="ko-KR" altLang="en-US" dirty="0"/>
              <a:t>클래스수가 동일하기 때문에 매크로 </a:t>
            </a:r>
            <a:r>
              <a:rPr lang="en-US" altLang="ko-KR" dirty="0"/>
              <a:t>F1</a:t>
            </a:r>
            <a:r>
              <a:rPr lang="ko-KR" altLang="en-US" dirty="0"/>
              <a:t>점수로 표기함 </a:t>
            </a:r>
            <a:endParaRPr lang="en-US" altLang="ko-KR" dirty="0"/>
          </a:p>
          <a:p>
            <a:r>
              <a:rPr lang="ko-KR" altLang="en-US" dirty="0"/>
              <a:t>모델을 평가하는 절대적인 수치는 아니지만 대략적으로 모델의 성능 지표로 활용 </a:t>
            </a:r>
            <a:r>
              <a:rPr lang="en-US" altLang="ko-KR" dirty="0"/>
              <a:t>+</a:t>
            </a:r>
            <a:r>
              <a:rPr lang="ko-KR" altLang="en-US" dirty="0"/>
              <a:t> 혼동행렬</a:t>
            </a:r>
            <a:endParaRPr lang="en-US" altLang="ko-KR" dirty="0"/>
          </a:p>
          <a:p>
            <a:r>
              <a:rPr lang="ko-KR" altLang="en-US" dirty="0"/>
              <a:t>테스트 데이터는 구글에서 직접 수집하고 </a:t>
            </a:r>
            <a:r>
              <a:rPr lang="ko-KR" altLang="en-US" dirty="0" err="1"/>
              <a:t>라벨링함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9068-88E4-D95F-A234-C6228CC4C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08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6B52-63BD-7FA8-0D7F-B1A99AF4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E5951-E3BD-78CF-162B-DD781C064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B0F8E-373E-6005-F952-E23E20DA7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마찬가지로 전이학습 방식인 </a:t>
            </a:r>
            <a:r>
              <a:rPr lang="ko-KR" altLang="en-US" dirty="0" err="1"/>
              <a:t>파인튜닝</a:t>
            </a:r>
            <a:endParaRPr lang="en-US" altLang="ko-KR" dirty="0"/>
          </a:p>
          <a:p>
            <a:r>
              <a:rPr lang="en-US" dirty="0"/>
              <a:t>Layer-4</a:t>
            </a:r>
            <a:r>
              <a:rPr lang="ko-KR" altLang="en-US" dirty="0"/>
              <a:t>는 </a:t>
            </a:r>
            <a:r>
              <a:rPr lang="en-US" altLang="ko-KR" dirty="0"/>
              <a:t>resnet18</a:t>
            </a:r>
            <a:r>
              <a:rPr lang="ko-KR" altLang="en-US" dirty="0"/>
              <a:t>의 특징을 추출하는 레이어 중 마지막 단계의 레이어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A057F-B999-67B0-5680-014BA69AB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02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D651-4376-F059-D6C5-47DA9C86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AB35C-A117-13B1-7089-887A1E82A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95E22-9B72-03BC-1877-A7589A671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클래스의 가중치 설정함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376A-0778-BF72-6F4B-3DEC70BA5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52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6DE0-AAFC-57F8-8C84-84F52AA2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FA857-E9FC-E329-CE67-27665C148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8DBB3-B0AA-D6E2-DAD7-245189382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C1AB0-0D2A-5EB5-436F-A06CF1D52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6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FF3A-CE71-E37F-DDB1-54E9585F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474D0-B225-9B39-A89C-8628469B8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2635A-1A3B-9B30-DA0A-FCCDEE208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B777-EBCD-F147-1F01-601A08D84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05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76AA-3EF9-A803-2C3F-8FB0C09B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D9B58-ED15-9CDB-9F6E-05D38254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E27C4-0E82-9D1D-78B4-E8E0F1CA1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감마는 쉬운 샘플보다 어려운 샘플에 더 집중하도록 하는 조절 파라미터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DCA6-8805-6BF3-C10B-4AB530F97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33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그래픽, 텍스트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B6F92-79F5-453B-B661-222C02614A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9" r="7337" b="2"/>
          <a:stretch>
            <a:fillRect/>
          </a:stretch>
        </p:blipFill>
        <p:spPr>
          <a:xfrm>
            <a:off x="4671911" y="10"/>
            <a:ext cx="4472089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2CD1A3-5934-671D-51DB-00CB6FBC77B4}"/>
              </a:ext>
            </a:extLst>
          </p:cNvPr>
          <p:cNvSpPr txBox="1"/>
          <p:nvPr/>
        </p:nvSpPr>
        <p:spPr>
          <a:xfrm>
            <a:off x="93784" y="4689232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202004153</a:t>
            </a:r>
            <a:r>
              <a:rPr kumimoji="1" lang="ko-KR" altLang="en-US" dirty="0"/>
              <a:t> 서민기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A0D4B-72A7-6894-50D8-88478BEF6717}"/>
              </a:ext>
            </a:extLst>
          </p:cNvPr>
          <p:cNvSpPr txBox="1"/>
          <p:nvPr/>
        </p:nvSpPr>
        <p:spPr>
          <a:xfrm>
            <a:off x="362886" y="1242645"/>
            <a:ext cx="4109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200" dirty="0" err="1">
                <a:latin typeface="GangwonEduPower" panose="02020603020101020101" pitchFamily="18" charset="-127"/>
                <a:ea typeface="GangwonEduPower" panose="02020603020101020101" pitchFamily="18" charset="-127"/>
                <a:cs typeface="Magneto" panose="020F0502020204030204" pitchFamily="34" charset="0"/>
              </a:rPr>
              <a:t>FinSight</a:t>
            </a:r>
            <a:endParaRPr kumimoji="1" lang="ko-KR" altLang="en-US" sz="7200" dirty="0">
              <a:latin typeface="GangwonEduPower" panose="02020603020101020101" pitchFamily="18" charset="-127"/>
              <a:ea typeface="GangwonEduPower" panose="02020603020101020101" pitchFamily="18" charset="-127"/>
              <a:cs typeface="Magneto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A9553-A2FB-D46B-595F-AF30862C0411}"/>
              </a:ext>
            </a:extLst>
          </p:cNvPr>
          <p:cNvSpPr txBox="1"/>
          <p:nvPr/>
        </p:nvSpPr>
        <p:spPr>
          <a:xfrm>
            <a:off x="362886" y="2352430"/>
            <a:ext cx="4109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dirty="0">
                <a:latin typeface="GangwonEduPower" panose="02020603020101020101" pitchFamily="18" charset="-127"/>
                <a:ea typeface="GangwonEduPower" panose="02020603020101020101" pitchFamily="18" charset="-127"/>
                <a:cs typeface="Magneto" panose="020F0502020204030204" pitchFamily="34" charset="0"/>
              </a:rPr>
              <a:t>어종 분류 </a:t>
            </a:r>
            <a:r>
              <a:rPr kumimoji="1" lang="en-US" altLang="ko-KR" sz="2800" dirty="0">
                <a:latin typeface="GangwonEduPower" panose="02020603020101020101" pitchFamily="18" charset="-127"/>
                <a:ea typeface="GangwonEduPower" panose="02020603020101020101" pitchFamily="18" charset="-127"/>
                <a:cs typeface="Magneto" panose="020F0502020204030204" pitchFamily="34" charset="0"/>
              </a:rPr>
              <a:t>AI</a:t>
            </a:r>
            <a:endParaRPr kumimoji="1" lang="ko-KR" altLang="en-US" sz="2800" dirty="0">
              <a:latin typeface="GangwonEduPower" panose="02020603020101020101" pitchFamily="18" charset="-127"/>
              <a:ea typeface="GangwonEduPower" panose="02020603020101020101" pitchFamily="18" charset="-127"/>
              <a:cs typeface="Magneto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혼자 낚시하는 사람 전체 샷 | 무료 사진">
            <a:extLst>
              <a:ext uri="{FF2B5EF4-FFF2-40B4-BE49-F238E27FC236}">
                <a16:creationId xmlns:a16="http://schemas.microsoft.com/office/drawing/2014/main" id="{73334F89-047C-196B-C52D-0067A5BA8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86" y="0"/>
            <a:ext cx="7757034" cy="516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CF15BA-F5B0-2EB8-8442-EBAE10DBAC74}"/>
              </a:ext>
            </a:extLst>
          </p:cNvPr>
          <p:cNvSpPr/>
          <p:nvPr/>
        </p:nvSpPr>
        <p:spPr>
          <a:xfrm>
            <a:off x="1169895" y="-106722"/>
            <a:ext cx="6579843" cy="525022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4000">
                <a:schemeClr val="bg1"/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프로젝트 개요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3C4A3-A45E-BC3A-1109-D18D2908A403}"/>
              </a:ext>
            </a:extLst>
          </p:cNvPr>
          <p:cNvSpPr txBox="1"/>
          <p:nvPr/>
        </p:nvSpPr>
        <p:spPr>
          <a:xfrm>
            <a:off x="457200" y="1172050"/>
            <a:ext cx="3858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 배경 </a:t>
            </a:r>
            <a:r>
              <a:rPr kumimoji="1" lang="en-US" altLang="ko-KR" dirty="0"/>
              <a:t>:</a:t>
            </a:r>
          </a:p>
          <a:p>
            <a:r>
              <a:rPr kumimoji="1" lang="ko-KR" altLang="en-US" dirty="0"/>
              <a:t>사진으로 국내에 서식하는 물고기를 </a:t>
            </a:r>
            <a:endParaRPr kumimoji="1" lang="en-US" altLang="ko-KR" dirty="0"/>
          </a:p>
          <a:p>
            <a:r>
              <a:rPr kumimoji="1" lang="ko-KR" altLang="en-US" dirty="0"/>
              <a:t>구별해주는 서비스는 없을까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66757-0CA9-5252-9DB8-234D15821BB3}"/>
              </a:ext>
            </a:extLst>
          </p:cNvPr>
          <p:cNvSpPr txBox="1"/>
          <p:nvPr/>
        </p:nvSpPr>
        <p:spPr>
          <a:xfrm>
            <a:off x="457200" y="2810230"/>
            <a:ext cx="1425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유사 서비스는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  <p:pic>
        <p:nvPicPr>
          <p:cNvPr id="1026" name="Picture 2" descr="구글 렌즈 - 위키백과, 우리 모두의 백과사전">
            <a:extLst>
              <a:ext uri="{FF2B5EF4-FFF2-40B4-BE49-F238E27FC236}">
                <a16:creationId xmlns:a16="http://schemas.microsoft.com/office/drawing/2014/main" id="{0F463382-5F4F-9671-23E7-B68F4C354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74" y="2700814"/>
            <a:ext cx="1188940" cy="118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네이버 스마트렌즈">
            <a:extLst>
              <a:ext uri="{FF2B5EF4-FFF2-40B4-BE49-F238E27FC236}">
                <a16:creationId xmlns:a16="http://schemas.microsoft.com/office/drawing/2014/main" id="{9AC4E8FF-081B-09A5-A651-CDE555594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524" y="2810230"/>
            <a:ext cx="964082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63636"/>
                </a:solidFill>
              </a:rPr>
              <a:t>프로젝트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동기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4677" y="755457"/>
            <a:ext cx="8229600" cy="1816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어종을</a:t>
            </a:r>
            <a:r>
              <a:rPr lang="en-US" sz="20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정확히 판별하는 것은 낚시인들에게 중요합니다. 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불법</a:t>
            </a:r>
            <a:r>
              <a:rPr lang="en-US" sz="20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포획 문제를 해결하고, 생태계를 보호하기 </a:t>
            </a:r>
            <a:r>
              <a:rPr lang="en-US" sz="20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위해</a:t>
            </a:r>
            <a:r>
              <a:rPr lang="en-US" sz="20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어종</a:t>
            </a:r>
            <a:r>
              <a:rPr lang="en-US" sz="20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분류 AI가 필요하다고 생각했습니다.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A944B4-6403-B75B-1499-CF08B228C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3438"/>
            <a:ext cx="4884101" cy="2044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24DFE-4FE2-0D33-55A8-F62175FA91BD}"/>
              </a:ext>
            </a:extLst>
          </p:cNvPr>
          <p:cNvSpPr txBox="1"/>
          <p:nvPr/>
        </p:nvSpPr>
        <p:spPr>
          <a:xfrm>
            <a:off x="5541108" y="4488806"/>
            <a:ext cx="2892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출처 </a:t>
            </a:r>
            <a:r>
              <a:rPr kumimoji="1" lang="en-US" altLang="ko-KR" dirty="0"/>
              <a:t>:</a:t>
            </a:r>
            <a:r>
              <a:rPr kumimoji="1" lang="ko-KR" altLang="en-US" dirty="0"/>
              <a:t> 한국해양수산개발원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목표 및 기대 효과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8FCC2-3570-F770-EC3F-F69A507C8E33}"/>
              </a:ext>
            </a:extLst>
          </p:cNvPr>
          <p:cNvSpPr txBox="1"/>
          <p:nvPr/>
        </p:nvSpPr>
        <p:spPr>
          <a:xfrm>
            <a:off x="359507" y="1027436"/>
            <a:ext cx="82686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목표</a:t>
            </a:r>
            <a:r>
              <a:rPr lang="en-US" altLang="ko-KR" dirty="0">
                <a:solidFill>
                  <a:srgbClr val="000000"/>
                </a:solidFill>
              </a:rPr>
              <a:t>]</a:t>
            </a:r>
          </a:p>
          <a:p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 err="1">
                <a:solidFill>
                  <a:srgbClr val="000000"/>
                </a:solidFill>
              </a:rPr>
              <a:t>국내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어종</a:t>
            </a:r>
            <a:r>
              <a:rPr lang="en-US" altLang="ko-KR" dirty="0">
                <a:solidFill>
                  <a:srgbClr val="000000"/>
                </a:solidFill>
              </a:rPr>
              <a:t> 5종(</a:t>
            </a:r>
            <a:r>
              <a:rPr lang="en-US" altLang="ko-KR" dirty="0" err="1">
                <a:solidFill>
                  <a:srgbClr val="000000"/>
                </a:solidFill>
              </a:rPr>
              <a:t>넙치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조피볼락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참돔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감성돔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돌돔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en-US" altLang="ko-KR" dirty="0" err="1">
                <a:solidFill>
                  <a:srgbClr val="000000"/>
                </a:solidFill>
              </a:rPr>
              <a:t>의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0000"/>
                </a:solidFill>
              </a:rPr>
              <a:t>이미지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분류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정확도를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85%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이상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달성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0000"/>
                </a:solidFill>
              </a:rPr>
              <a:t>치어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준성어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성어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구별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정확도를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80%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이상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달성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웹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앱 형태로 사진을 찍으면 바로 어종과 포획시기 등을 알려주는 서비스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기대효과</a:t>
            </a:r>
            <a:r>
              <a:rPr lang="en-US" altLang="ko-KR" dirty="0">
                <a:solidFill>
                  <a:srgbClr val="000000"/>
                </a:solidFill>
              </a:rPr>
              <a:t>]</a:t>
            </a:r>
          </a:p>
          <a:p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 err="1">
                <a:solidFill>
                  <a:srgbClr val="000000"/>
                </a:solidFill>
              </a:rPr>
              <a:t>이를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통해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낚시인들이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올바른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정보를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얻고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불법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포획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문제를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완화할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수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있습니다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구현 과정 개요</a:t>
            </a:r>
            <a:endParaRPr lang="en-US" sz="2400" dirty="0"/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D7E6B410-7E1A-000A-9479-E9598ADDF2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44980"/>
              </p:ext>
            </p:extLst>
          </p:nvPr>
        </p:nvGraphicFramePr>
        <p:xfrm>
          <a:off x="5094210" y="1644561"/>
          <a:ext cx="3713018" cy="2377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E442A9F9-A999-DFDE-9A6C-8EA3017E7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800398"/>
              </p:ext>
            </p:extLst>
          </p:nvPr>
        </p:nvGraphicFramePr>
        <p:xfrm>
          <a:off x="219541" y="1560801"/>
          <a:ext cx="4352459" cy="2442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AD4A18-9815-0B74-7617-28972913FB0D}"/>
              </a:ext>
            </a:extLst>
          </p:cNvPr>
          <p:cNvSpPr txBox="1"/>
          <p:nvPr/>
        </p:nvSpPr>
        <p:spPr>
          <a:xfrm>
            <a:off x="485975" y="965554"/>
            <a:ext cx="244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개발 준비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294FB-FF9C-854F-C17D-26B6231E42D9}"/>
              </a:ext>
            </a:extLst>
          </p:cNvPr>
          <p:cNvSpPr txBox="1"/>
          <p:nvPr/>
        </p:nvSpPr>
        <p:spPr>
          <a:xfrm>
            <a:off x="5729387" y="965554"/>
            <a:ext cx="244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개발 사이클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363636"/>
                </a:solidFill>
              </a:rPr>
              <a:t>환경 구축 및 데이터셋 준비</a:t>
            </a:r>
            <a:endParaRPr 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053754-C11B-A80F-2D3A-608DA77BE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677" y="1011867"/>
            <a:ext cx="1082819" cy="497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06087-B909-6D73-3807-C254D02DD4AE}"/>
              </a:ext>
            </a:extLst>
          </p:cNvPr>
          <p:cNvSpPr txBox="1"/>
          <p:nvPr/>
        </p:nvSpPr>
        <p:spPr>
          <a:xfrm>
            <a:off x="319721" y="954790"/>
            <a:ext cx="187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IDE : Trae</a:t>
            </a:r>
          </a:p>
          <a:p>
            <a:r>
              <a:rPr lang="ko-KR" altLang="en-US" dirty="0"/>
              <a:t>무료버전 </a:t>
            </a:r>
            <a:r>
              <a:rPr lang="en-US" altLang="ko-KR" dirty="0"/>
              <a:t>cursor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89626-741A-18D3-F24D-98BAE0718A92}"/>
              </a:ext>
            </a:extLst>
          </p:cNvPr>
          <p:cNvSpPr txBox="1"/>
          <p:nvPr/>
        </p:nvSpPr>
        <p:spPr>
          <a:xfrm>
            <a:off x="319720" y="1740580"/>
            <a:ext cx="2417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가상환경 </a:t>
            </a:r>
            <a:r>
              <a:rPr lang="en-US" altLang="ko-KR" dirty="0"/>
              <a:t>: </a:t>
            </a:r>
            <a:r>
              <a:rPr lang="en-US" altLang="ko-KR" dirty="0" err="1"/>
              <a:t>Pyenv</a:t>
            </a:r>
            <a:endParaRPr lang="en-US" altLang="ko-KR" dirty="0"/>
          </a:p>
          <a:p>
            <a:r>
              <a:rPr lang="en-US" altLang="ko-KR" dirty="0"/>
              <a:t>Conda</a:t>
            </a:r>
            <a:r>
              <a:rPr lang="ko-KR" altLang="en-US" dirty="0"/>
              <a:t>에 비해 가벼움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C1A52-214C-FD2D-8AF7-4E87CD9CE5A0}"/>
              </a:ext>
            </a:extLst>
          </p:cNvPr>
          <p:cNvSpPr txBox="1"/>
          <p:nvPr/>
        </p:nvSpPr>
        <p:spPr>
          <a:xfrm>
            <a:off x="319719" y="2522269"/>
            <a:ext cx="2962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라이브러리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torch==2.5.1+cu121</a:t>
            </a:r>
          </a:p>
          <a:p>
            <a:r>
              <a:rPr lang="en-US" altLang="ko-KR" dirty="0" err="1"/>
              <a:t>torchvision</a:t>
            </a:r>
            <a:r>
              <a:rPr lang="en-US" altLang="ko-KR" dirty="0"/>
              <a:t>==0.20.1+cu121     </a:t>
            </a:r>
            <a:r>
              <a:rPr lang="en-US" altLang="ko-KR" dirty="0" err="1"/>
              <a:t>numpy</a:t>
            </a:r>
            <a:r>
              <a:rPr lang="en-US" altLang="ko-KR" dirty="0"/>
              <a:t>==pillow==11.2.1                 scikit-learn==1.6.1           </a:t>
            </a:r>
            <a:r>
              <a:rPr lang="en-US" altLang="ko-KR" dirty="0" err="1"/>
              <a:t>scipy</a:t>
            </a:r>
            <a:r>
              <a:rPr lang="en-US" altLang="ko-KR" dirty="0"/>
              <a:t>==1.15.3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942337-DB67-7DD7-BE4C-2889699C7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130" y="883437"/>
            <a:ext cx="1580952" cy="857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804ADF-A89B-19FC-50CC-105CE39D7C3D}"/>
              </a:ext>
            </a:extLst>
          </p:cNvPr>
          <p:cNvSpPr txBox="1"/>
          <p:nvPr/>
        </p:nvSpPr>
        <p:spPr>
          <a:xfrm>
            <a:off x="4443045" y="1011867"/>
            <a:ext cx="2417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데이터셋 </a:t>
            </a:r>
            <a:r>
              <a:rPr lang="en-US" altLang="ko-KR" dirty="0"/>
              <a:t>: AI Hub </a:t>
            </a:r>
          </a:p>
          <a:p>
            <a:r>
              <a:rPr lang="en-US" altLang="ko-KR" dirty="0"/>
              <a:t>– </a:t>
            </a:r>
            <a:r>
              <a:rPr lang="ko-KR" altLang="en-US" dirty="0"/>
              <a:t>어류 개체 촬영 영상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F81708-0E3B-1EB1-1874-E9D16DF8E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733" y="1979666"/>
            <a:ext cx="5071429" cy="20552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AF74AE-E2E3-8AE1-131D-2A878F5C25B7}"/>
              </a:ext>
            </a:extLst>
          </p:cNvPr>
          <p:cNvSpPr txBox="1"/>
          <p:nvPr/>
        </p:nvSpPr>
        <p:spPr>
          <a:xfrm>
            <a:off x="3763550" y="4089288"/>
            <a:ext cx="514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분포도 확인 후 </a:t>
            </a:r>
            <a:r>
              <a:rPr lang="en-US" altLang="ko-KR" dirty="0"/>
              <a:t>1/5</a:t>
            </a:r>
            <a:r>
              <a:rPr lang="ko-KR" altLang="en-US" dirty="0"/>
              <a:t>만 학습에 사용 </a:t>
            </a:r>
            <a:r>
              <a:rPr lang="en-US" altLang="ko-KR" dirty="0"/>
              <a:t>(100300</a:t>
            </a:r>
            <a:r>
              <a:rPr lang="ko-KR" altLang="en-US" dirty="0"/>
              <a:t>장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Resnet18</a:t>
            </a:r>
            <a:r>
              <a:rPr lang="ko-KR" altLang="en-US" sz="2400" b="1" dirty="0">
                <a:solidFill>
                  <a:srgbClr val="363636"/>
                </a:solidFill>
              </a:rPr>
              <a:t>의 특징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dirty="0"/>
              <a:t>Residual </a:t>
            </a:r>
            <a:r>
              <a:rPr lang="en-US" sz="1100" dirty="0" err="1"/>
              <a:t>Networt</a:t>
            </a:r>
            <a:r>
              <a:rPr lang="en-US" sz="1100" dirty="0"/>
              <a:t>(</a:t>
            </a:r>
            <a:r>
              <a:rPr lang="ko-KR" altLang="en-US" sz="1100" dirty="0" err="1"/>
              <a:t>잔차</a:t>
            </a:r>
            <a:r>
              <a:rPr lang="ko-KR" altLang="en-US" sz="1100" dirty="0"/>
              <a:t> 네트워크</a:t>
            </a:r>
            <a:r>
              <a:rPr lang="en-US" altLang="ko-KR" sz="1100" dirty="0"/>
              <a:t>) </a:t>
            </a:r>
            <a:r>
              <a:rPr lang="ko-KR" altLang="en-US" sz="1100" dirty="0"/>
              <a:t>중 가장 간단한 구조의 </a:t>
            </a:r>
            <a:r>
              <a:rPr lang="en-US" altLang="ko-KR" sz="1100" dirty="0"/>
              <a:t>CNN </a:t>
            </a:r>
            <a:r>
              <a:rPr lang="ko-KR" altLang="en-US" sz="1100" dirty="0"/>
              <a:t>모델 </a:t>
            </a:r>
            <a:endParaRPr lang="en-US" altLang="ko-KR" sz="1100" dirty="0"/>
          </a:p>
          <a:p>
            <a:pPr marL="0" indent="0">
              <a:spcAft>
                <a:spcPts val="1000"/>
              </a:spcAft>
              <a:buNone/>
            </a:pPr>
            <a:r>
              <a:rPr lang="ko-KR" altLang="en-US" sz="1100" dirty="0"/>
              <a:t>총 </a:t>
            </a:r>
            <a:r>
              <a:rPr lang="en-US" altLang="ko-KR" sz="1100" dirty="0"/>
              <a:t>18</a:t>
            </a:r>
            <a:r>
              <a:rPr lang="ko-KR" altLang="en-US" sz="1100" dirty="0"/>
              <a:t>개의 레이어를 가지고 있음</a:t>
            </a:r>
            <a:endParaRPr lang="en-US" altLang="ko-KR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altLang="ko-KR" sz="1100" dirty="0"/>
              <a:t>Input</a:t>
            </a:r>
            <a:r>
              <a:rPr lang="ko-KR" altLang="en-US" sz="1100" dirty="0"/>
              <a:t>으로 </a:t>
            </a:r>
            <a:r>
              <a:rPr lang="en-US" altLang="ko-KR" sz="1100" dirty="0"/>
              <a:t>244 * 244 * 3</a:t>
            </a:r>
            <a:r>
              <a:rPr lang="ko-KR" altLang="en-US" sz="1100" dirty="0"/>
              <a:t>의 </a:t>
            </a:r>
            <a:r>
              <a:rPr lang="en-US" altLang="ko-KR" sz="1100" dirty="0"/>
              <a:t>image</a:t>
            </a:r>
            <a:r>
              <a:rPr lang="ko-KR" altLang="en-US" sz="1100" dirty="0"/>
              <a:t>를 입력 </a:t>
            </a:r>
            <a:endParaRPr lang="en-US" altLang="ko-KR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altLang="ko-KR" sz="1100" dirty="0"/>
              <a:t>4</a:t>
            </a:r>
            <a:r>
              <a:rPr lang="ko-KR" altLang="en-US" sz="1100" dirty="0"/>
              <a:t>개의 블록 </a:t>
            </a:r>
            <a:r>
              <a:rPr lang="en-US" altLang="ko-KR" sz="1100" dirty="0"/>
              <a:t>(B,C,D,E)</a:t>
            </a:r>
            <a:r>
              <a:rPr lang="ko-KR" altLang="en-US" sz="1100" dirty="0"/>
              <a:t>에서 특징을 수집 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풀링하여</a:t>
            </a:r>
            <a:r>
              <a:rPr lang="ko-KR" altLang="en-US" sz="1100" dirty="0"/>
              <a:t> </a:t>
            </a:r>
            <a:r>
              <a:rPr lang="en-US" altLang="ko-KR" sz="1100" dirty="0"/>
              <a:t>FC</a:t>
            </a:r>
            <a:r>
              <a:rPr lang="ko-KR" altLang="en-US" sz="1100" dirty="0"/>
              <a:t>층에서 출력</a:t>
            </a:r>
            <a:r>
              <a:rPr lang="en-US" altLang="ko-KR" sz="11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30B706-2E6B-7053-931D-72CEFD2BA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34640"/>
            <a:ext cx="8067028" cy="176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77DE-300A-E9D8-B792-A25FD364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A42388-F7A6-68F2-CDFE-DDDFC12EED16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데이터 </a:t>
            </a:r>
            <a:r>
              <a:rPr lang="en-US" sz="2400" b="1" dirty="0" err="1">
                <a:solidFill>
                  <a:srgbClr val="363636"/>
                </a:solidFill>
              </a:rPr>
              <a:t>전처리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단계</a:t>
            </a:r>
            <a:r>
              <a:rPr lang="en-US" sz="2400" b="1" dirty="0">
                <a:solidFill>
                  <a:srgbClr val="363636"/>
                </a:solidFill>
              </a:rPr>
              <a:t> – </a:t>
            </a:r>
            <a:r>
              <a:rPr lang="ko-KR" altLang="en-US" sz="2400" b="1" dirty="0">
                <a:solidFill>
                  <a:srgbClr val="363636"/>
                </a:solidFill>
              </a:rPr>
              <a:t>기존 </a:t>
            </a:r>
            <a:r>
              <a:rPr lang="en-US" altLang="ko-KR" sz="2400" b="1" dirty="0">
                <a:solidFill>
                  <a:srgbClr val="363636"/>
                </a:solidFill>
              </a:rPr>
              <a:t>Label </a:t>
            </a:r>
            <a:r>
              <a:rPr lang="ko-KR" altLang="en-US" sz="2400" b="1" dirty="0">
                <a:solidFill>
                  <a:srgbClr val="363636"/>
                </a:solidFill>
              </a:rPr>
              <a:t>데이터 포맷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9E3A8-99A2-78EA-A3EF-99E01AB9EBEC}"/>
              </a:ext>
            </a:extLst>
          </p:cNvPr>
          <p:cNvSpPr txBox="1"/>
          <p:nvPr/>
        </p:nvSpPr>
        <p:spPr>
          <a:xfrm>
            <a:off x="319720" y="953269"/>
            <a:ext cx="585727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{"categories":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name":"Olive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flounder","supercategory":"fish","id":1},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name":"Korea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rockfish","supercategory":"fish","id":2},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name":"Red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seabream","supercategory":"fish","id":3},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name":"Black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porgy","supercategory":"fish","id":4},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name":"Rock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bream","supercategory":"fish","id":5}],</a:t>
            </a: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. 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"images":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[{"light":"L02",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"file_name":".\/560364_objt_kr_2021-02-05_11-42-12-33_002.JPG",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"width":2704,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"date_captured":"2021-02-09 15:12:47",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"id":0,"height":1520},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9E12F-5912-2FA8-8CD9-ADBBDAD293D9}"/>
              </a:ext>
            </a:extLst>
          </p:cNvPr>
          <p:cNvSpPr txBox="1"/>
          <p:nvPr/>
        </p:nvSpPr>
        <p:spPr>
          <a:xfrm>
            <a:off x="5470414" y="873539"/>
            <a:ext cx="457200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. 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"annotations":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[{"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diseases_bbox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":[],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"category_id":2,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"iscrowd":1,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"bbox":[383,292,1012,398],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"id":0,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"attribute":"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objt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diseases_desc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":"",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"image_id":0,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"keypoints":[385,405,1272,595,755,306,689,578],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"gd":245,"diseases_exist":false},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404C4E-B6E8-B0BA-F915-AD72F2A40309}"/>
              </a:ext>
            </a:extLst>
          </p:cNvPr>
          <p:cNvSpPr/>
          <p:nvPr/>
        </p:nvSpPr>
        <p:spPr>
          <a:xfrm>
            <a:off x="319720" y="908006"/>
            <a:ext cx="4207519" cy="1809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246C1-4F4E-7406-587B-CB8DFC254A01}"/>
              </a:ext>
            </a:extLst>
          </p:cNvPr>
          <p:cNvSpPr txBox="1"/>
          <p:nvPr/>
        </p:nvSpPr>
        <p:spPr>
          <a:xfrm>
            <a:off x="1460057" y="894713"/>
            <a:ext cx="3681046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어종 카테고리 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넙치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조피볼락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참돔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감성돔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돌돔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EA2F88-5EDD-B3FE-EF23-284D0F26EFAD}"/>
              </a:ext>
            </a:extLst>
          </p:cNvPr>
          <p:cNvSpPr/>
          <p:nvPr/>
        </p:nvSpPr>
        <p:spPr>
          <a:xfrm>
            <a:off x="319720" y="2913017"/>
            <a:ext cx="4757438" cy="18096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312E4-4964-5474-536D-34D1F1270933}"/>
              </a:ext>
            </a:extLst>
          </p:cNvPr>
          <p:cNvSpPr txBox="1"/>
          <p:nvPr/>
        </p:nvSpPr>
        <p:spPr>
          <a:xfrm>
            <a:off x="1407835" y="2915897"/>
            <a:ext cx="3681046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이미지 경로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조명색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크기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촬영날짜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62A2FA-ADAC-1E1D-B4E4-ADE8CC7C3D9A}"/>
              </a:ext>
            </a:extLst>
          </p:cNvPr>
          <p:cNvSpPr/>
          <p:nvPr/>
        </p:nvSpPr>
        <p:spPr>
          <a:xfrm>
            <a:off x="5403272" y="894712"/>
            <a:ext cx="3533975" cy="346092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B1659-9178-B844-E9BC-1A1C6935660F}"/>
              </a:ext>
            </a:extLst>
          </p:cNvPr>
          <p:cNvSpPr txBox="1"/>
          <p:nvPr/>
        </p:nvSpPr>
        <p:spPr>
          <a:xfrm>
            <a:off x="7204363" y="894712"/>
            <a:ext cx="1732884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Bbox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좌표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기타 정보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4" name="다이어그램 13">
            <a:extLst>
              <a:ext uri="{FF2B5EF4-FFF2-40B4-BE49-F238E27FC236}">
                <a16:creationId xmlns:a16="http://schemas.microsoft.com/office/drawing/2014/main" id="{4A09A6C6-4531-251A-897E-F82887A32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89062"/>
              </p:ext>
            </p:extLst>
          </p:nvPr>
        </p:nvGraphicFramePr>
        <p:xfrm>
          <a:off x="6875052" y="0"/>
          <a:ext cx="1423821" cy="889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520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B560-D802-0AF0-E9B5-EE7917B9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59B48F-4A72-3BFF-9EC0-7FE3BD0F7342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데이터 </a:t>
            </a:r>
            <a:r>
              <a:rPr lang="en-US" sz="2400" b="1" dirty="0" err="1">
                <a:solidFill>
                  <a:srgbClr val="363636"/>
                </a:solidFill>
              </a:rPr>
              <a:t>전처리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단계</a:t>
            </a:r>
            <a:r>
              <a:rPr lang="en-US" sz="2400" b="1" dirty="0">
                <a:solidFill>
                  <a:srgbClr val="363636"/>
                </a:solidFill>
              </a:rPr>
              <a:t> – </a:t>
            </a:r>
            <a:r>
              <a:rPr lang="ko-KR" altLang="en-US" sz="2400" b="1" dirty="0" err="1">
                <a:solidFill>
                  <a:srgbClr val="363636"/>
                </a:solidFill>
              </a:rPr>
              <a:t>전처리</a:t>
            </a:r>
            <a:r>
              <a:rPr lang="ko-KR" altLang="en-US" sz="2400" b="1" dirty="0">
                <a:solidFill>
                  <a:srgbClr val="363636"/>
                </a:solidFill>
              </a:rPr>
              <a:t> 후 </a:t>
            </a:r>
            <a:r>
              <a:rPr lang="en-US" altLang="ko-KR" sz="2400" b="1" dirty="0">
                <a:solidFill>
                  <a:srgbClr val="363636"/>
                </a:solidFill>
              </a:rPr>
              <a:t>Label</a:t>
            </a:r>
            <a:r>
              <a:rPr lang="ko-KR" altLang="en-US" sz="2400" b="1" dirty="0">
                <a:solidFill>
                  <a:srgbClr val="363636"/>
                </a:solidFill>
              </a:rPr>
              <a:t> 데이터 포맷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91AB5-3912-E925-22D1-D6DBEEBBE735}"/>
              </a:ext>
            </a:extLst>
          </p:cNvPr>
          <p:cNvSpPr txBox="1"/>
          <p:nvPr/>
        </p:nvSpPr>
        <p:spPr>
          <a:xfrm>
            <a:off x="319720" y="953269"/>
            <a:ext cx="5857276" cy="401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"categories": {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"1": "Olive flounder",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"2": "Korea rockfish",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"3": "Red seabream",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"4": "Black porgy",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"5": "Rock bream"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},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sample_images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": {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"0": {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"filename": "./560364_objt_kr_2021-02-05_11-42-12-33_002.JPG",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"categories": [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"Korea rockfish"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],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2CCF8-DE08-79DE-41BD-7B508DA91590}"/>
              </a:ext>
            </a:extLst>
          </p:cNvPr>
          <p:cNvSpPr txBox="1"/>
          <p:nvPr/>
        </p:nvSpPr>
        <p:spPr>
          <a:xfrm>
            <a:off x="5470414" y="873539"/>
            <a:ext cx="1582615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bbox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": [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383,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292,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1012,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398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     ]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BEC3CE-AAC8-03E5-F7B8-7AAE6ED6A4B5}"/>
              </a:ext>
            </a:extLst>
          </p:cNvPr>
          <p:cNvSpPr/>
          <p:nvPr/>
        </p:nvSpPr>
        <p:spPr>
          <a:xfrm>
            <a:off x="319720" y="908006"/>
            <a:ext cx="4207519" cy="20050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91660-5E2E-D72E-D87E-3DCB2824FB7B}"/>
              </a:ext>
            </a:extLst>
          </p:cNvPr>
          <p:cNvSpPr txBox="1"/>
          <p:nvPr/>
        </p:nvSpPr>
        <p:spPr>
          <a:xfrm>
            <a:off x="1460057" y="894713"/>
            <a:ext cx="3681046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어종 카테고리 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넙치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조피볼락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참돔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감성돔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돌돔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7E548-8AE5-C7AC-7F3B-E52E306B9C96}"/>
              </a:ext>
            </a:extLst>
          </p:cNvPr>
          <p:cNvSpPr/>
          <p:nvPr/>
        </p:nvSpPr>
        <p:spPr>
          <a:xfrm>
            <a:off x="319719" y="3222442"/>
            <a:ext cx="4968453" cy="18096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49C48-9C73-F478-5D33-5B28086DFEEC}"/>
              </a:ext>
            </a:extLst>
          </p:cNvPr>
          <p:cNvSpPr txBox="1"/>
          <p:nvPr/>
        </p:nvSpPr>
        <p:spPr>
          <a:xfrm>
            <a:off x="3533442" y="3218928"/>
            <a:ext cx="1543716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이미지 경로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어종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E16580-1A0D-1DD7-6E5F-EB253B617F85}"/>
              </a:ext>
            </a:extLst>
          </p:cNvPr>
          <p:cNvSpPr/>
          <p:nvPr/>
        </p:nvSpPr>
        <p:spPr>
          <a:xfrm>
            <a:off x="5403272" y="894712"/>
            <a:ext cx="1649757" cy="177184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0391FA-7E14-750A-0714-741119ED1468}"/>
              </a:ext>
            </a:extLst>
          </p:cNvPr>
          <p:cNvSpPr txBox="1"/>
          <p:nvPr/>
        </p:nvSpPr>
        <p:spPr>
          <a:xfrm>
            <a:off x="6445564" y="888318"/>
            <a:ext cx="939979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Bbox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좌표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065A4-F192-45FD-28C0-3BFDF9A52A1E}"/>
              </a:ext>
            </a:extLst>
          </p:cNvPr>
          <p:cNvSpPr txBox="1"/>
          <p:nvPr/>
        </p:nvSpPr>
        <p:spPr>
          <a:xfrm>
            <a:off x="5780541" y="3169259"/>
            <a:ext cx="2962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불필요한 데이터 정제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가독성 증가</a:t>
            </a:r>
            <a:endParaRPr lang="en-US" altLang="ko-KR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F9720DFC-CB23-40A2-A679-993BBAA10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0600303"/>
              </p:ext>
            </p:extLst>
          </p:nvPr>
        </p:nvGraphicFramePr>
        <p:xfrm>
          <a:off x="5884729" y="3860853"/>
          <a:ext cx="2405494" cy="128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086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2025ED-DFC8-B146-E81B-5F4DC282A603}"/>
              </a:ext>
            </a:extLst>
          </p:cNvPr>
          <p:cNvSpPr/>
          <p:nvPr/>
        </p:nvSpPr>
        <p:spPr>
          <a:xfrm>
            <a:off x="482607" y="462550"/>
            <a:ext cx="2893262" cy="8805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데이터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전처리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단계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2400" b="1" dirty="0">
                <a:ea typeface="+mj-ea"/>
                <a:cs typeface="+mj-cs"/>
              </a:rPr>
              <a:t>- </a:t>
            </a:r>
            <a:r>
              <a:rPr lang="ko-KR" alt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기존 </a:t>
            </a:r>
            <a:r>
              <a:rPr lang="en-US" altLang="ko-KR" sz="2400" b="1" kern="1200" dirty="0">
                <a:solidFill>
                  <a:schemeClr val="tx1"/>
                </a:solidFill>
                <a:ea typeface="+mj-ea"/>
                <a:cs typeface="+mj-cs"/>
              </a:rPr>
              <a:t>Image - </a:t>
            </a:r>
            <a:endParaRPr lang="en-US" sz="2400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pic>
        <p:nvPicPr>
          <p:cNvPr id="8" name="그림 7" descr="물, 해양 생물학, 수중, 지느러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17F425-1B34-B317-27C7-67CDB4326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639" y="333691"/>
            <a:ext cx="1828697" cy="1028642"/>
          </a:xfrm>
          <a:prstGeom prst="rect">
            <a:avLst/>
          </a:prstGeom>
          <a:noFill/>
        </p:spPr>
      </p:pic>
      <p:pic>
        <p:nvPicPr>
          <p:cNvPr id="9" name="그림 8" descr="거북, 물, 포유류, 바다거북상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E08D6D-1C62-6F2A-D367-1E731F8066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2042248"/>
            <a:ext cx="1829330" cy="1028998"/>
          </a:xfrm>
          <a:prstGeom prst="rect">
            <a:avLst/>
          </a:prstGeom>
          <a:noFill/>
        </p:spPr>
      </p:pic>
      <p:pic>
        <p:nvPicPr>
          <p:cNvPr id="6" name="그림 5" descr="수족관, 물, 동물원, 야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A00988-F8CA-01C7-588E-64C5ADE759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3944" y="2041830"/>
            <a:ext cx="1777449" cy="999815"/>
          </a:xfrm>
          <a:prstGeom prst="rect">
            <a:avLst/>
          </a:prstGeom>
          <a:noFill/>
        </p:spPr>
      </p:pic>
      <p:pic>
        <p:nvPicPr>
          <p:cNvPr id="5" name="그림 4" descr="물고기, 수족관, 지느러미, 물고기 용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F70AB7-87FF-3840-01DE-B530159D1E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3761214"/>
            <a:ext cx="1829329" cy="1015278"/>
          </a:xfrm>
          <a:prstGeom prst="rect">
            <a:avLst/>
          </a:prstGeom>
          <a:noFill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034BB4-8B50-4484-85C4-0CE469928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42643" y="0"/>
            <a:ext cx="0" cy="51435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물고기, 지느러미, 생선 제품, 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8BE0512-DBC5-50A7-3382-3D3AD901E03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4894" y="348373"/>
            <a:ext cx="1776499" cy="999281"/>
          </a:xfrm>
          <a:prstGeom prst="rect">
            <a:avLst/>
          </a:prstGeom>
          <a:noFill/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B200F7-B57A-4824-BB91-B6624450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671577"/>
            <a:ext cx="4572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92245C-961F-47D5-9691-272D28692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02562" y="3436352"/>
            <a:ext cx="4541438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수족관, 물고기, 벽, 실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EA3C37B-AEFD-5DB5-EB35-B970046AA7C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 flipV="1">
            <a:off x="6883944" y="3768946"/>
            <a:ext cx="1777449" cy="999815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578FC7-5EA9-A5C6-6FE1-49A91E877205}"/>
              </a:ext>
            </a:extLst>
          </p:cNvPr>
          <p:cNvSpPr txBox="1"/>
          <p:nvPr/>
        </p:nvSpPr>
        <p:spPr>
          <a:xfrm>
            <a:off x="374862" y="1796849"/>
            <a:ext cx="2505366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배경이 넓음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객체가 여러 개</a:t>
            </a: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배경의 구조와 색이 모두 다름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72B6D-147C-72C7-A39E-B219ED68CE96}"/>
              </a:ext>
            </a:extLst>
          </p:cNvPr>
          <p:cNvSpPr txBox="1"/>
          <p:nvPr/>
        </p:nvSpPr>
        <p:spPr>
          <a:xfrm>
            <a:off x="374862" y="3677085"/>
            <a:ext cx="2505366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객체보다 배경 특징 학습</a:t>
            </a: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 노이즈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overfitting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모델 혼란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정확도 저하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257BF-7413-9B29-A4D6-00AFB39C5BD8}"/>
              </a:ext>
            </a:extLst>
          </p:cNvPr>
          <p:cNvSpPr txBox="1"/>
          <p:nvPr/>
        </p:nvSpPr>
        <p:spPr>
          <a:xfrm>
            <a:off x="374862" y="3162258"/>
            <a:ext cx="2505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발생 가능 문제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6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E2687-6DA1-D0D3-331C-C1239074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7B5822-ED65-572F-4E86-E90546B2F1BD}"/>
              </a:ext>
            </a:extLst>
          </p:cNvPr>
          <p:cNvSpPr/>
          <p:nvPr/>
        </p:nvSpPr>
        <p:spPr>
          <a:xfrm>
            <a:off x="482607" y="462550"/>
            <a:ext cx="2893262" cy="8805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데이터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전처리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단계</a:t>
            </a:r>
            <a:r>
              <a:rPr 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2400" b="1" dirty="0">
                <a:ea typeface="+mj-ea"/>
                <a:cs typeface="+mj-cs"/>
              </a:rPr>
              <a:t>- </a:t>
            </a:r>
            <a:r>
              <a:rPr lang="ko-KR" altLang="en-US" sz="2400" b="1" kern="1200" dirty="0" err="1">
                <a:solidFill>
                  <a:schemeClr val="tx1"/>
                </a:solidFill>
                <a:ea typeface="+mj-ea"/>
                <a:cs typeface="+mj-cs"/>
              </a:rPr>
              <a:t>전처리</a:t>
            </a:r>
            <a:r>
              <a:rPr lang="ko-KR" altLang="en-US" sz="2400" b="1" kern="1200" dirty="0">
                <a:solidFill>
                  <a:schemeClr val="tx1"/>
                </a:solidFill>
                <a:ea typeface="+mj-ea"/>
                <a:cs typeface="+mj-cs"/>
              </a:rPr>
              <a:t> 후 </a:t>
            </a:r>
            <a:r>
              <a:rPr lang="en-US" altLang="ko-KR" sz="2400" b="1" kern="1200" dirty="0">
                <a:solidFill>
                  <a:schemeClr val="tx1"/>
                </a:solidFill>
                <a:ea typeface="+mj-ea"/>
                <a:cs typeface="+mj-cs"/>
              </a:rPr>
              <a:t>Image - </a:t>
            </a:r>
            <a:endParaRPr lang="en-US" sz="2400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3EABB3-87B6-5655-70D6-1B6A9AF3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4572639" y="565640"/>
            <a:ext cx="1828697" cy="564744"/>
          </a:xfrm>
          <a:prstGeom prst="rect">
            <a:avLst/>
          </a:prstGeom>
          <a:noFill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638A29-48F1-CBB9-383E-EEC501D04C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4572000" y="2158599"/>
            <a:ext cx="1829330" cy="796296"/>
          </a:xfrm>
          <a:prstGeom prst="rect">
            <a:avLst/>
          </a:prstGeom>
          <a:noFill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22809D-CB3E-3075-FD58-939E26A432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6883944" y="2206901"/>
            <a:ext cx="1777449" cy="66967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C4C6DA-6680-6393-6221-397E9DE911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4655983" y="3761214"/>
            <a:ext cx="1661363" cy="1015278"/>
          </a:xfrm>
          <a:prstGeom prst="rect">
            <a:avLst/>
          </a:prstGeom>
          <a:noFill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100828-D6AB-C455-11BE-14BAFC848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42643" y="0"/>
            <a:ext cx="0" cy="51435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D6CDAAB-BAB7-EDED-2E03-C7A0BEF9A2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6884894" y="445011"/>
            <a:ext cx="1776499" cy="806004"/>
          </a:xfrm>
          <a:prstGeom prst="rect">
            <a:avLst/>
          </a:prstGeom>
          <a:noFill/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0F3366-9DCE-826D-5903-A72646D99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671577"/>
            <a:ext cx="4572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66E60E-FC5F-7432-EA84-A3B74779D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02562" y="3436352"/>
            <a:ext cx="4541438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8F72A6CD-8623-C5BF-4B4F-EB7C101CFC0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 bwMode="auto">
          <a:xfrm rot="10800000" flipV="1">
            <a:off x="6883944" y="3824491"/>
            <a:ext cx="1777449" cy="888724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9FE5FA-2B82-120C-4290-BB8843D314A7}"/>
              </a:ext>
            </a:extLst>
          </p:cNvPr>
          <p:cNvSpPr txBox="1"/>
          <p:nvPr/>
        </p:nvSpPr>
        <p:spPr>
          <a:xfrm>
            <a:off x="374861" y="1796849"/>
            <a:ext cx="2682237" cy="564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Bbox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좌표로 이미지를 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crop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CLAHE</a:t>
            </a: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적용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이미지의 대비 개선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CC6B50-35A5-2570-CAA9-FE3B33E05AAF}"/>
              </a:ext>
            </a:extLst>
          </p:cNvPr>
          <p:cNvSpPr txBox="1"/>
          <p:nvPr/>
        </p:nvSpPr>
        <p:spPr>
          <a:xfrm>
            <a:off x="374862" y="3677085"/>
            <a:ext cx="2505366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배경 최소화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어두운 이미지 개선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조명 불균형 완화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6793A-0C94-D682-826C-49AD0F03698E}"/>
              </a:ext>
            </a:extLst>
          </p:cNvPr>
          <p:cNvSpPr txBox="1"/>
          <p:nvPr/>
        </p:nvSpPr>
        <p:spPr>
          <a:xfrm>
            <a:off x="374862" y="3162258"/>
            <a:ext cx="2505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개선점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C381BD-144B-8D36-6BAA-02F283BAF888}"/>
              </a:ext>
            </a:extLst>
          </p:cNvPr>
          <p:cNvSpPr txBox="1"/>
          <p:nvPr/>
        </p:nvSpPr>
        <p:spPr>
          <a:xfrm>
            <a:off x="383275" y="2484372"/>
            <a:ext cx="45833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이미지를 타일로 나눠 이미지의 대비를 향상시키는 알고리즘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B1CA691-1482-4E5A-19E0-4274EF7CE331}"/>
              </a:ext>
            </a:extLst>
          </p:cNvPr>
          <p:cNvSpPr/>
          <p:nvPr/>
        </p:nvSpPr>
        <p:spPr>
          <a:xfrm rot="10800000">
            <a:off x="618698" y="2317311"/>
            <a:ext cx="159223" cy="1546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58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학습 과정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C0380-8E36-7607-6EA0-E96C21968F91}"/>
              </a:ext>
            </a:extLst>
          </p:cNvPr>
          <p:cNvSpPr txBox="1"/>
          <p:nvPr/>
        </p:nvSpPr>
        <p:spPr>
          <a:xfrm>
            <a:off x="319719" y="1381690"/>
            <a:ext cx="3974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Version – 1</a:t>
            </a:r>
          </a:p>
          <a:p>
            <a:r>
              <a:rPr lang="en-US" altLang="ko-KR" dirty="0"/>
              <a:t>Resnet18</a:t>
            </a:r>
            <a:r>
              <a:rPr lang="ko-KR" altLang="en-US" dirty="0"/>
              <a:t>의 </a:t>
            </a:r>
            <a:r>
              <a:rPr lang="ko-KR" altLang="en-US" b="0" dirty="0">
                <a:effectLst/>
                <a:latin typeface="D2Coding ligature"/>
              </a:rPr>
              <a:t>출력 층만 교체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1C502-C698-161E-EE64-C05A2E2E55C2}"/>
              </a:ext>
            </a:extLst>
          </p:cNvPr>
          <p:cNvSpPr txBox="1"/>
          <p:nvPr/>
        </p:nvSpPr>
        <p:spPr>
          <a:xfrm>
            <a:off x="319718" y="2269122"/>
            <a:ext cx="47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Version – 2</a:t>
            </a:r>
          </a:p>
          <a:p>
            <a:r>
              <a:rPr lang="en-US" altLang="ko-KR" dirty="0"/>
              <a:t>Resnet18</a:t>
            </a:r>
            <a:r>
              <a:rPr lang="ko-KR" altLang="en-US" dirty="0"/>
              <a:t>의 </a:t>
            </a:r>
            <a:r>
              <a:rPr lang="en-US" altLang="ko-KR" dirty="0"/>
              <a:t>Layer-4</a:t>
            </a:r>
            <a:r>
              <a:rPr lang="ko-KR" altLang="en-US" dirty="0"/>
              <a:t>와 출력 층만 학습시키기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6FD4B-454A-3498-D1AF-3421B22785D1}"/>
              </a:ext>
            </a:extLst>
          </p:cNvPr>
          <p:cNvSpPr txBox="1"/>
          <p:nvPr/>
        </p:nvSpPr>
        <p:spPr>
          <a:xfrm>
            <a:off x="319718" y="3136016"/>
            <a:ext cx="47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Version – 3</a:t>
            </a:r>
          </a:p>
          <a:p>
            <a:r>
              <a:rPr lang="en-US" altLang="ko-KR" dirty="0"/>
              <a:t>Resnet18</a:t>
            </a:r>
            <a:r>
              <a:rPr lang="ko-KR" altLang="en-US" dirty="0"/>
              <a:t>의 전 층을 학습시키기</a:t>
            </a:r>
            <a:endParaRPr lang="en-US" altLang="ko-KR" dirty="0"/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1E4780AD-9E03-2EF6-5B5E-1B571B6CACC7}"/>
              </a:ext>
            </a:extLst>
          </p:cNvPr>
          <p:cNvSpPr/>
          <p:nvPr/>
        </p:nvSpPr>
        <p:spPr>
          <a:xfrm>
            <a:off x="5072418" y="1555845"/>
            <a:ext cx="814316" cy="2226502"/>
          </a:xfrm>
          <a:prstGeom prst="rightBrace">
            <a:avLst>
              <a:gd name="adj1" fmla="val 50791"/>
              <a:gd name="adj2" fmla="val 50409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0B9D0-158B-C32D-FE0E-1F41BFABE53B}"/>
              </a:ext>
            </a:extLst>
          </p:cNvPr>
          <p:cNvSpPr txBox="1"/>
          <p:nvPr/>
        </p:nvSpPr>
        <p:spPr>
          <a:xfrm>
            <a:off x="6290481" y="2278558"/>
            <a:ext cx="183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가장 정확도가 </a:t>
            </a:r>
            <a:endParaRPr lang="en-US" altLang="ko-KR" dirty="0"/>
          </a:p>
          <a:p>
            <a:r>
              <a:rPr lang="ko-KR" altLang="en-US" dirty="0"/>
              <a:t>높은 모델 사용</a:t>
            </a:r>
            <a:r>
              <a:rPr lang="en-US" altLang="ko-KR" dirty="0"/>
              <a:t>!</a:t>
            </a:r>
            <a:endParaRPr lang="ko-KR" altLang="en-US" b="0" dirty="0">
              <a:effectLst/>
              <a:latin typeface="D2Coding ligatur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A553-6A4B-6A3B-93F2-1187F1CC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C09ED-B76A-F20E-C225-E48070058480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</a:t>
            </a:r>
            <a:r>
              <a:rPr lang="en-US" sz="2400" b="1" dirty="0" err="1">
                <a:solidFill>
                  <a:srgbClr val="363636"/>
                </a:solidFill>
              </a:rPr>
              <a:t>학습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과정</a:t>
            </a:r>
            <a:r>
              <a:rPr lang="en-US" sz="2400" b="1" dirty="0">
                <a:solidFill>
                  <a:srgbClr val="363636"/>
                </a:solidFill>
              </a:rPr>
              <a:t> – Version -1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5C7D6-79E0-55E0-9AF6-357347BD2206}"/>
              </a:ext>
            </a:extLst>
          </p:cNvPr>
          <p:cNvSpPr txBox="1"/>
          <p:nvPr/>
        </p:nvSpPr>
        <p:spPr>
          <a:xfrm>
            <a:off x="397057" y="831230"/>
            <a:ext cx="397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Resnet18</a:t>
            </a:r>
            <a:r>
              <a:rPr lang="ko-KR" altLang="en-US" dirty="0"/>
              <a:t>의 </a:t>
            </a:r>
            <a:r>
              <a:rPr lang="ko-KR" altLang="en-US" dirty="0">
                <a:latin typeface="D2Coding ligature"/>
              </a:rPr>
              <a:t>출력 층만</a:t>
            </a:r>
            <a:r>
              <a:rPr lang="ko-KR" altLang="en-US" b="0" dirty="0">
                <a:effectLst/>
                <a:latin typeface="D2Coding ligature"/>
              </a:rPr>
              <a:t> 교체</a:t>
            </a:r>
            <a:endParaRPr lang="en-US" altLang="ko-KR" b="0" dirty="0">
              <a:effectLst/>
              <a:latin typeface="D2Coding ligature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AD6C47-1967-CC5F-3E9F-9CD67F86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38" y="1497253"/>
            <a:ext cx="4641113" cy="30974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35FFAA-92F3-A682-0682-55BE36B571B7}"/>
              </a:ext>
            </a:extLst>
          </p:cNvPr>
          <p:cNvSpPr txBox="1"/>
          <p:nvPr/>
        </p:nvSpPr>
        <p:spPr>
          <a:xfrm>
            <a:off x="5503596" y="798964"/>
            <a:ext cx="28414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후 테스트</a:t>
            </a:r>
            <a:endParaRPr lang="en-US" altLang="ko-KR" dirty="0"/>
          </a:p>
          <a:p>
            <a:r>
              <a:rPr lang="en-US" altLang="ko-KR" sz="1050" b="0" dirty="0">
                <a:effectLst/>
                <a:latin typeface="D2Coding ligature"/>
              </a:rPr>
              <a:t>(</a:t>
            </a:r>
            <a:r>
              <a:rPr lang="ko-KR" altLang="en-US" sz="1050" b="0" dirty="0">
                <a:effectLst/>
                <a:latin typeface="D2Coding ligature"/>
              </a:rPr>
              <a:t>테스트 데이터는 구글에서 수집한 </a:t>
            </a:r>
            <a:endParaRPr lang="en-US" altLang="ko-KR" sz="1050" b="0" dirty="0">
              <a:effectLst/>
              <a:latin typeface="D2Coding ligature"/>
            </a:endParaRPr>
          </a:p>
          <a:p>
            <a:r>
              <a:rPr lang="ko-KR" altLang="en-US" sz="1050" b="0" dirty="0">
                <a:effectLst/>
                <a:latin typeface="D2Coding ligature"/>
              </a:rPr>
              <a:t>어종별 </a:t>
            </a:r>
            <a:r>
              <a:rPr lang="en-US" altLang="ko-KR" sz="1050" b="0" dirty="0">
                <a:effectLst/>
                <a:latin typeface="D2Coding ligature"/>
              </a:rPr>
              <a:t>10</a:t>
            </a:r>
            <a:r>
              <a:rPr lang="ko-KR" altLang="en-US" sz="1050" dirty="0">
                <a:latin typeface="D2Coding ligature"/>
              </a:rPr>
              <a:t>개의 데이터</a:t>
            </a:r>
            <a:r>
              <a:rPr lang="en-US" altLang="ko-KR" sz="1050" dirty="0">
                <a:latin typeface="D2Coding ligature"/>
              </a:rPr>
              <a:t>, </a:t>
            </a:r>
            <a:r>
              <a:rPr lang="ko-KR" altLang="en-US" sz="1050" dirty="0">
                <a:latin typeface="D2Coding ligature"/>
              </a:rPr>
              <a:t>총 </a:t>
            </a:r>
            <a:r>
              <a:rPr lang="en-US" altLang="ko-KR" sz="1050" dirty="0">
                <a:latin typeface="D2Coding ligature"/>
              </a:rPr>
              <a:t>50</a:t>
            </a:r>
            <a:r>
              <a:rPr lang="ko-KR" altLang="en-US" sz="1050" dirty="0">
                <a:latin typeface="D2Coding ligature"/>
              </a:rPr>
              <a:t>개</a:t>
            </a:r>
            <a:r>
              <a:rPr lang="en-US" altLang="ko-KR" sz="1050" dirty="0">
                <a:latin typeface="D2Coding ligature"/>
              </a:rPr>
              <a:t>)</a:t>
            </a:r>
            <a:endParaRPr lang="en-US" altLang="ko-KR" sz="1050" b="0" dirty="0">
              <a:effectLst/>
              <a:latin typeface="D2Coding ligature"/>
            </a:endParaRPr>
          </a:p>
        </p:txBody>
      </p:sp>
      <p:pic>
        <p:nvPicPr>
          <p:cNvPr id="12" name="그림 11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5DF5F3-DA3B-096E-E69D-74232BFF9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600" y="1497253"/>
            <a:ext cx="2895600" cy="2171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F9B8E1-56B1-6834-2695-906AF815DBD1}"/>
              </a:ext>
            </a:extLst>
          </p:cNvPr>
          <p:cNvSpPr txBox="1"/>
          <p:nvPr/>
        </p:nvSpPr>
        <p:spPr>
          <a:xfrm>
            <a:off x="5471751" y="3947533"/>
            <a:ext cx="2841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0" dirty="0">
                <a:effectLst/>
                <a:latin typeface="D2Coding ligature"/>
              </a:rPr>
              <a:t>이미 특징을 학습한 모델을 사용하기 때문에</a:t>
            </a:r>
            <a:endParaRPr lang="en-US" altLang="ko-KR" sz="1050" b="0" dirty="0">
              <a:effectLst/>
              <a:latin typeface="D2Coding ligature"/>
            </a:endParaRPr>
          </a:p>
          <a:p>
            <a:r>
              <a:rPr lang="ko-KR" altLang="en-US" sz="1050" dirty="0">
                <a:latin typeface="D2Coding ligature"/>
              </a:rPr>
              <a:t>전체적인 예측 정확도가 떨어짐</a:t>
            </a:r>
            <a:endParaRPr lang="en-US" altLang="ko-KR" sz="1050" dirty="0">
              <a:latin typeface="D2Coding ligature"/>
            </a:endParaRPr>
          </a:p>
          <a:p>
            <a:endParaRPr lang="en-US" altLang="ko-KR" sz="1050" b="0" dirty="0">
              <a:effectLst/>
              <a:latin typeface="D2Coding ligature"/>
            </a:endParaRPr>
          </a:p>
          <a:p>
            <a:r>
              <a:rPr lang="en-US" altLang="ko-KR" sz="1050" dirty="0">
                <a:latin typeface="D2Coding ligature"/>
              </a:rPr>
              <a:t>Macro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F1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: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0.542</a:t>
            </a:r>
            <a:endParaRPr lang="en-US" altLang="ko-KR" sz="1050" b="0" dirty="0">
              <a:effectLst/>
              <a:latin typeface="D2Coding ligature"/>
            </a:endParaRPr>
          </a:p>
        </p:txBody>
      </p:sp>
    </p:spTree>
    <p:extLst>
      <p:ext uri="{BB962C8B-B14F-4D97-AF65-F5344CB8AC3E}">
        <p14:creationId xmlns:p14="http://schemas.microsoft.com/office/powerpoint/2010/main" val="961880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50E6-F00D-CF33-9768-8C493690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6546FF-B735-3755-3355-E6684E8AE370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</a:t>
            </a:r>
            <a:r>
              <a:rPr lang="en-US" sz="2400" b="1" dirty="0" err="1">
                <a:solidFill>
                  <a:srgbClr val="363636"/>
                </a:solidFill>
              </a:rPr>
              <a:t>학습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과정</a:t>
            </a:r>
            <a:r>
              <a:rPr lang="en-US" sz="2400" b="1" dirty="0">
                <a:solidFill>
                  <a:srgbClr val="363636"/>
                </a:solidFill>
              </a:rPr>
              <a:t> – Version -2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45281-FEA0-FEF0-672D-EDE0B26A1844}"/>
              </a:ext>
            </a:extLst>
          </p:cNvPr>
          <p:cNvSpPr txBox="1"/>
          <p:nvPr/>
        </p:nvSpPr>
        <p:spPr>
          <a:xfrm>
            <a:off x="397057" y="831230"/>
            <a:ext cx="397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Resnet18</a:t>
            </a:r>
            <a:r>
              <a:rPr lang="ko-KR" altLang="en-US" dirty="0"/>
              <a:t>의 </a:t>
            </a:r>
            <a:r>
              <a:rPr lang="en-US" altLang="ko-KR" dirty="0">
                <a:latin typeface="D2Coding ligature"/>
              </a:rPr>
              <a:t>Layer-4</a:t>
            </a:r>
            <a:r>
              <a:rPr lang="ko-KR" altLang="en-US" dirty="0">
                <a:latin typeface="D2Coding ligature"/>
              </a:rPr>
              <a:t>와 출력 층 학습</a:t>
            </a:r>
            <a:endParaRPr lang="en-US" altLang="ko-KR" b="0" dirty="0">
              <a:effectLst/>
              <a:latin typeface="D2Coding ligatur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857CD-3430-FB01-D18A-271A3DA2DC54}"/>
              </a:ext>
            </a:extLst>
          </p:cNvPr>
          <p:cNvSpPr txBox="1"/>
          <p:nvPr/>
        </p:nvSpPr>
        <p:spPr>
          <a:xfrm>
            <a:off x="5503596" y="798964"/>
            <a:ext cx="28414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후 테스트</a:t>
            </a:r>
            <a:endParaRPr lang="en-US" altLang="ko-KR" dirty="0"/>
          </a:p>
          <a:p>
            <a:r>
              <a:rPr lang="en-US" altLang="ko-KR" sz="1050" b="0" dirty="0">
                <a:effectLst/>
                <a:latin typeface="D2Coding ligature"/>
              </a:rPr>
              <a:t>(</a:t>
            </a:r>
            <a:r>
              <a:rPr lang="ko-KR" altLang="en-US" sz="1050" b="0" dirty="0">
                <a:effectLst/>
                <a:latin typeface="D2Coding ligature"/>
              </a:rPr>
              <a:t>테스트 데이터는 구글에서 수집한 </a:t>
            </a:r>
            <a:endParaRPr lang="en-US" altLang="ko-KR" sz="1050" b="0" dirty="0">
              <a:effectLst/>
              <a:latin typeface="D2Coding ligature"/>
            </a:endParaRPr>
          </a:p>
          <a:p>
            <a:r>
              <a:rPr lang="ko-KR" altLang="en-US" sz="1050" b="0" dirty="0">
                <a:effectLst/>
                <a:latin typeface="D2Coding ligature"/>
              </a:rPr>
              <a:t>어종별 </a:t>
            </a:r>
            <a:r>
              <a:rPr lang="en-US" altLang="ko-KR" sz="1050" b="0" dirty="0">
                <a:effectLst/>
                <a:latin typeface="D2Coding ligature"/>
              </a:rPr>
              <a:t>10</a:t>
            </a:r>
            <a:r>
              <a:rPr lang="ko-KR" altLang="en-US" sz="1050" dirty="0">
                <a:latin typeface="D2Coding ligature"/>
              </a:rPr>
              <a:t>개의 데이터</a:t>
            </a:r>
            <a:r>
              <a:rPr lang="en-US" altLang="ko-KR" sz="1050" dirty="0">
                <a:latin typeface="D2Coding ligature"/>
              </a:rPr>
              <a:t>, </a:t>
            </a:r>
            <a:r>
              <a:rPr lang="ko-KR" altLang="en-US" sz="1050" dirty="0">
                <a:latin typeface="D2Coding ligature"/>
              </a:rPr>
              <a:t>총 </a:t>
            </a:r>
            <a:r>
              <a:rPr lang="en-US" altLang="ko-KR" sz="1050" dirty="0">
                <a:latin typeface="D2Coding ligature"/>
              </a:rPr>
              <a:t>50</a:t>
            </a:r>
            <a:r>
              <a:rPr lang="ko-KR" altLang="en-US" sz="1050" dirty="0">
                <a:latin typeface="D2Coding ligature"/>
              </a:rPr>
              <a:t>개</a:t>
            </a:r>
            <a:r>
              <a:rPr lang="en-US" altLang="ko-KR" sz="1050" dirty="0">
                <a:latin typeface="D2Coding ligature"/>
              </a:rPr>
              <a:t>)</a:t>
            </a:r>
            <a:endParaRPr lang="en-US" altLang="ko-KR" sz="1050" b="0" dirty="0">
              <a:effectLst/>
              <a:latin typeface="D2Coding ligatu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3D236-9084-2E7A-2EA0-F5D1CADC0F18}"/>
              </a:ext>
            </a:extLst>
          </p:cNvPr>
          <p:cNvSpPr txBox="1"/>
          <p:nvPr/>
        </p:nvSpPr>
        <p:spPr>
          <a:xfrm>
            <a:off x="5471750" y="3947533"/>
            <a:ext cx="32150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0" dirty="0">
                <a:effectLst/>
                <a:latin typeface="D2Coding ligature"/>
              </a:rPr>
              <a:t>전체적인 정확도는 향상되었으나</a:t>
            </a:r>
            <a:r>
              <a:rPr lang="en-US" altLang="ko-KR" sz="1050" b="0" dirty="0">
                <a:effectLst/>
                <a:latin typeface="D2Coding ligature"/>
              </a:rPr>
              <a:t>,</a:t>
            </a:r>
          </a:p>
          <a:p>
            <a:r>
              <a:rPr lang="en-US" altLang="ko-KR" sz="1050" dirty="0">
                <a:latin typeface="D2Coding ligature"/>
              </a:rPr>
              <a:t>Korea rockfish(</a:t>
            </a:r>
            <a:r>
              <a:rPr lang="ko-KR" altLang="en-US" sz="1050" dirty="0">
                <a:latin typeface="D2Coding ligature"/>
              </a:rPr>
              <a:t>조피볼락</a:t>
            </a:r>
            <a:r>
              <a:rPr lang="en-US" altLang="ko-KR" sz="1050" dirty="0">
                <a:latin typeface="D2Coding ligature"/>
              </a:rPr>
              <a:t>)</a:t>
            </a:r>
            <a:r>
              <a:rPr lang="ko-KR" altLang="en-US" sz="1050" dirty="0">
                <a:latin typeface="D2Coding ligature"/>
              </a:rPr>
              <a:t>의 정확도가 매우 떨어짐</a:t>
            </a:r>
            <a:endParaRPr lang="en-US" altLang="ko-KR" sz="1050" dirty="0">
              <a:latin typeface="D2Coding ligature"/>
            </a:endParaRPr>
          </a:p>
          <a:p>
            <a:endParaRPr lang="en-US" altLang="ko-KR" sz="1050" b="0" dirty="0">
              <a:effectLst/>
              <a:latin typeface="D2Coding ligature"/>
            </a:endParaRPr>
          </a:p>
          <a:p>
            <a:r>
              <a:rPr lang="en-US" altLang="ko-KR" sz="1050" dirty="0">
                <a:latin typeface="D2Coding ligature"/>
              </a:rPr>
              <a:t>Macro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F1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: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solidFill>
                  <a:srgbClr val="0070C0"/>
                </a:solidFill>
                <a:latin typeface="D2Coding ligature"/>
              </a:rPr>
              <a:t>0.595</a:t>
            </a:r>
            <a:endParaRPr lang="en-US" altLang="ko-KR" sz="1050" b="0" dirty="0">
              <a:solidFill>
                <a:srgbClr val="0070C0"/>
              </a:solidFill>
              <a:effectLst/>
              <a:latin typeface="D2Coding ligature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E99733-DC0D-925C-5058-4D27ACEB9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37" y="1665268"/>
            <a:ext cx="4686751" cy="27838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82E63A2-BD51-68A9-7E0B-3153B9D94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08600" y="1498340"/>
            <a:ext cx="2895600" cy="21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C430-451A-62F5-2004-BBEDBD14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D6FAE8-361B-5384-7EE9-B2351850EC01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</a:t>
            </a:r>
            <a:r>
              <a:rPr lang="en-US" sz="2400" b="1" dirty="0" err="1">
                <a:solidFill>
                  <a:srgbClr val="363636"/>
                </a:solidFill>
              </a:rPr>
              <a:t>학습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과정</a:t>
            </a:r>
            <a:r>
              <a:rPr lang="en-US" sz="2400" b="1" dirty="0">
                <a:solidFill>
                  <a:srgbClr val="363636"/>
                </a:solidFill>
              </a:rPr>
              <a:t> – Version -2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1C96E-7E42-9D69-DCFA-6E0275F8ED57}"/>
              </a:ext>
            </a:extLst>
          </p:cNvPr>
          <p:cNvSpPr txBox="1"/>
          <p:nvPr/>
        </p:nvSpPr>
        <p:spPr>
          <a:xfrm>
            <a:off x="387726" y="742416"/>
            <a:ext cx="3974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 ligature"/>
              </a:rPr>
              <a:t>Version -2 </a:t>
            </a:r>
            <a:r>
              <a:rPr lang="ko-KR" altLang="en-US" dirty="0">
                <a:latin typeface="D2Coding ligature"/>
              </a:rPr>
              <a:t>의 성능향상을 위해 </a:t>
            </a:r>
            <a:endParaRPr lang="en-US" altLang="ko-KR" dirty="0">
              <a:latin typeface="D2Coding ligature"/>
            </a:endParaRPr>
          </a:p>
          <a:p>
            <a:r>
              <a:rPr lang="ko-KR" altLang="en-US" dirty="0">
                <a:latin typeface="D2Coding ligature"/>
              </a:rPr>
              <a:t>가중치 설정</a:t>
            </a:r>
            <a:endParaRPr lang="en-US" altLang="ko-KR" b="0" dirty="0">
              <a:effectLst/>
              <a:latin typeface="D2Coding ligature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3FE42F-3DD6-34E1-85F5-686E85651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30164"/>
              </p:ext>
            </p:extLst>
          </p:nvPr>
        </p:nvGraphicFramePr>
        <p:xfrm>
          <a:off x="311019" y="1394390"/>
          <a:ext cx="26613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1207383814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469855452"/>
                    </a:ext>
                  </a:extLst>
                </a:gridCol>
                <a:gridCol w="462582">
                  <a:extLst>
                    <a:ext uri="{9D8B030D-6E8A-4147-A177-3AD203B41FA5}">
                      <a16:colId xmlns:a16="http://schemas.microsoft.com/office/drawing/2014/main" val="3820421286"/>
                    </a:ext>
                  </a:extLst>
                </a:gridCol>
                <a:gridCol w="636896">
                  <a:extLst>
                    <a:ext uri="{9D8B030D-6E8A-4147-A177-3AD203B41FA5}">
                      <a16:colId xmlns:a16="http://schemas.microsoft.com/office/drawing/2014/main" val="1376061306"/>
                    </a:ext>
                  </a:extLst>
                </a:gridCol>
                <a:gridCol w="459514">
                  <a:extLst>
                    <a:ext uri="{9D8B030D-6E8A-4147-A177-3AD203B41FA5}">
                      <a16:colId xmlns:a16="http://schemas.microsoft.com/office/drawing/2014/main" val="3118644160"/>
                    </a:ext>
                  </a:extLst>
                </a:gridCol>
              </a:tblGrid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넙치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조피볼락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참돔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감성돔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돌돔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72228"/>
                  </a:ext>
                </a:extLst>
              </a:tr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905849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96CABA-76BE-922D-2B9E-566BE7A5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0" y="2088945"/>
            <a:ext cx="2503736" cy="1877941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53BD41D-BDCC-0539-2E57-2AD7ECB83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804447"/>
              </p:ext>
            </p:extLst>
          </p:nvPr>
        </p:nvGraphicFramePr>
        <p:xfrm>
          <a:off x="3284625" y="1394390"/>
          <a:ext cx="26613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1207383814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469855452"/>
                    </a:ext>
                  </a:extLst>
                </a:gridCol>
                <a:gridCol w="462582">
                  <a:extLst>
                    <a:ext uri="{9D8B030D-6E8A-4147-A177-3AD203B41FA5}">
                      <a16:colId xmlns:a16="http://schemas.microsoft.com/office/drawing/2014/main" val="3820421286"/>
                    </a:ext>
                  </a:extLst>
                </a:gridCol>
                <a:gridCol w="636896">
                  <a:extLst>
                    <a:ext uri="{9D8B030D-6E8A-4147-A177-3AD203B41FA5}">
                      <a16:colId xmlns:a16="http://schemas.microsoft.com/office/drawing/2014/main" val="1376061306"/>
                    </a:ext>
                  </a:extLst>
                </a:gridCol>
                <a:gridCol w="459514">
                  <a:extLst>
                    <a:ext uri="{9D8B030D-6E8A-4147-A177-3AD203B41FA5}">
                      <a16:colId xmlns:a16="http://schemas.microsoft.com/office/drawing/2014/main" val="3118644160"/>
                    </a:ext>
                  </a:extLst>
                </a:gridCol>
              </a:tblGrid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넙치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조피볼락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참돔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감성돔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돌돔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72228"/>
                  </a:ext>
                </a:extLst>
              </a:tr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1.3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9058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E75CEF-788C-4EA7-22CB-2A854BAD625A}"/>
              </a:ext>
            </a:extLst>
          </p:cNvPr>
          <p:cNvSpPr txBox="1"/>
          <p:nvPr/>
        </p:nvSpPr>
        <p:spPr>
          <a:xfrm>
            <a:off x="311019" y="4123928"/>
            <a:ext cx="2844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 err="1">
                <a:effectLst/>
                <a:latin typeface="D2Coding ligature"/>
              </a:rPr>
              <a:t>조피볼락으로</a:t>
            </a:r>
            <a:r>
              <a:rPr lang="ko-KR" altLang="en-US" sz="1000" b="0" dirty="0">
                <a:effectLst/>
                <a:latin typeface="D2Coding ligature"/>
              </a:rPr>
              <a:t> 오인하며 오히려 정확도가 떨어짐</a:t>
            </a:r>
            <a:endParaRPr lang="en-US" altLang="ko-KR" sz="1000" b="0" dirty="0">
              <a:effectLst/>
              <a:latin typeface="D2Coding ligature"/>
            </a:endParaRPr>
          </a:p>
          <a:p>
            <a:r>
              <a:rPr lang="ko-KR" altLang="en-US" sz="1000" b="0" dirty="0">
                <a:effectLst/>
                <a:latin typeface="D2Coding ligature"/>
              </a:rPr>
              <a:t>다른 어종을 </a:t>
            </a:r>
            <a:r>
              <a:rPr lang="ko-KR" altLang="en-US" sz="1000" b="0" dirty="0" err="1">
                <a:effectLst/>
                <a:latin typeface="D2Coding ligature"/>
              </a:rPr>
              <a:t>돌돔</a:t>
            </a:r>
            <a:r>
              <a:rPr lang="en-US" altLang="ko-KR" sz="1000" b="0" dirty="0">
                <a:effectLst/>
                <a:latin typeface="D2Coding ligature"/>
              </a:rPr>
              <a:t>(Rock bream)</a:t>
            </a:r>
            <a:r>
              <a:rPr lang="ko-KR" altLang="en-US" sz="1000" b="0" dirty="0">
                <a:effectLst/>
                <a:latin typeface="D2Coding ligature"/>
              </a:rPr>
              <a:t>으로 오인</a:t>
            </a:r>
            <a:endParaRPr lang="en-US" altLang="ko-KR" sz="1000" b="0" dirty="0">
              <a:effectLst/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D2Coding ligature"/>
              </a:rPr>
              <a:t>0.514</a:t>
            </a:r>
            <a:endParaRPr lang="en-US" altLang="ko-KR" sz="1000" b="0" dirty="0">
              <a:effectLst/>
              <a:latin typeface="D2Coding ligature"/>
            </a:endParaRPr>
          </a:p>
        </p:txBody>
      </p:sp>
      <p:pic>
        <p:nvPicPr>
          <p:cNvPr id="12" name="그림 11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D42824-04BF-CFDB-C2ED-541986242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802" y="2089084"/>
            <a:ext cx="2503736" cy="1877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CB15C3-4984-10CE-E8E9-E81FE90C0CAD}"/>
              </a:ext>
            </a:extLst>
          </p:cNvPr>
          <p:cNvSpPr txBox="1"/>
          <p:nvPr/>
        </p:nvSpPr>
        <p:spPr>
          <a:xfrm>
            <a:off x="3337257" y="4123928"/>
            <a:ext cx="2844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>
                <a:effectLst/>
                <a:latin typeface="D2Coding ligature"/>
              </a:rPr>
              <a:t>가중치를 조절했음에도 여전히 같은 문제 발생</a:t>
            </a:r>
            <a:endParaRPr lang="en-US" altLang="ko-KR" sz="1000" b="0" dirty="0">
              <a:effectLst/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D2Coding ligature"/>
              </a:rPr>
              <a:t>0.42</a:t>
            </a:r>
            <a:endParaRPr lang="en-US" altLang="ko-KR" sz="1000" b="0" dirty="0">
              <a:solidFill>
                <a:srgbClr val="FF0000"/>
              </a:solidFill>
              <a:effectLst/>
              <a:latin typeface="D2Coding ligature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075DD2-3178-9C75-AF88-9525BCDCA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16150"/>
              </p:ext>
            </p:extLst>
          </p:nvPr>
        </p:nvGraphicFramePr>
        <p:xfrm>
          <a:off x="6258232" y="1388747"/>
          <a:ext cx="26613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1207383814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469855452"/>
                    </a:ext>
                  </a:extLst>
                </a:gridCol>
                <a:gridCol w="462582">
                  <a:extLst>
                    <a:ext uri="{9D8B030D-6E8A-4147-A177-3AD203B41FA5}">
                      <a16:colId xmlns:a16="http://schemas.microsoft.com/office/drawing/2014/main" val="3820421286"/>
                    </a:ext>
                  </a:extLst>
                </a:gridCol>
                <a:gridCol w="636896">
                  <a:extLst>
                    <a:ext uri="{9D8B030D-6E8A-4147-A177-3AD203B41FA5}">
                      <a16:colId xmlns:a16="http://schemas.microsoft.com/office/drawing/2014/main" val="1376061306"/>
                    </a:ext>
                  </a:extLst>
                </a:gridCol>
                <a:gridCol w="459514">
                  <a:extLst>
                    <a:ext uri="{9D8B030D-6E8A-4147-A177-3AD203B41FA5}">
                      <a16:colId xmlns:a16="http://schemas.microsoft.com/office/drawing/2014/main" val="3118644160"/>
                    </a:ext>
                  </a:extLst>
                </a:gridCol>
              </a:tblGrid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넙치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조피볼락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참돔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감성돔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돌돔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72228"/>
                  </a:ext>
                </a:extLst>
              </a:tr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9058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482B107-56FB-FEF4-9DFA-E94D02D5D299}"/>
              </a:ext>
            </a:extLst>
          </p:cNvPr>
          <p:cNvSpPr txBox="1"/>
          <p:nvPr/>
        </p:nvSpPr>
        <p:spPr>
          <a:xfrm>
            <a:off x="6783175" y="4046984"/>
            <a:ext cx="19022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>
                <a:effectLst/>
                <a:latin typeface="D2Coding ligature"/>
              </a:rPr>
              <a:t>가중치 수정과 함께 애포크를 </a:t>
            </a:r>
            <a:endParaRPr lang="en-US" altLang="ko-KR" sz="1000" b="0" dirty="0">
              <a:effectLst/>
              <a:latin typeface="D2Coding ligature"/>
            </a:endParaRPr>
          </a:p>
          <a:p>
            <a:r>
              <a:rPr lang="en-US" altLang="ko-KR" sz="1000" b="0" dirty="0">
                <a:effectLst/>
                <a:latin typeface="D2Coding ligature"/>
              </a:rPr>
              <a:t>10 -&gt; 20</a:t>
            </a:r>
            <a:r>
              <a:rPr lang="ko-KR" altLang="en-US" sz="1000" b="0" dirty="0">
                <a:effectLst/>
                <a:latin typeface="D2Coding ligature"/>
              </a:rPr>
              <a:t>으로 수정했음에도 </a:t>
            </a:r>
            <a:endParaRPr lang="en-US" altLang="ko-KR" sz="1000" b="0" dirty="0">
              <a:effectLst/>
              <a:latin typeface="D2Coding ligature"/>
            </a:endParaRPr>
          </a:p>
          <a:p>
            <a:r>
              <a:rPr lang="ko-KR" altLang="en-US" sz="1000" dirty="0">
                <a:latin typeface="D2Coding ligature"/>
              </a:rPr>
              <a:t>규칙성 없는 현상 발생</a:t>
            </a:r>
            <a:endParaRPr lang="en-US" altLang="ko-KR" sz="1000" dirty="0"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chemeClr val="accent1"/>
                </a:solidFill>
                <a:latin typeface="D2Coding ligature"/>
              </a:rPr>
              <a:t>0.595</a:t>
            </a:r>
            <a:r>
              <a:rPr lang="en-US" altLang="ko-KR" sz="1000" dirty="0">
                <a:latin typeface="D2Coding ligature"/>
              </a:rPr>
              <a:t> </a:t>
            </a:r>
            <a:endParaRPr lang="en-US" altLang="ko-KR" sz="1000" b="0" dirty="0">
              <a:effectLst/>
              <a:latin typeface="D2Coding ligature"/>
            </a:endParaRPr>
          </a:p>
        </p:txBody>
      </p:sp>
      <p:pic>
        <p:nvPicPr>
          <p:cNvPr id="19" name="그림 18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6A291E-DA87-FE0F-FCA2-8A9BCFE42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24" y="2088945"/>
            <a:ext cx="2503919" cy="187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6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A053-0B23-EE87-75E8-551824F8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3DA331-33D5-4C52-0C84-1200B1AA8CC2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363636"/>
                </a:solidFill>
              </a:rPr>
              <a:t>문제 분석 </a:t>
            </a:r>
            <a:r>
              <a:rPr lang="en-US" altLang="ko-KR" sz="2400" b="1" dirty="0">
                <a:solidFill>
                  <a:srgbClr val="363636"/>
                </a:solidFill>
              </a:rPr>
              <a:t>– Version -2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B55DD1-72E6-DC2F-9506-9329A859EA20}"/>
              </a:ext>
            </a:extLst>
          </p:cNvPr>
          <p:cNvSpPr/>
          <p:nvPr/>
        </p:nvSpPr>
        <p:spPr>
          <a:xfrm>
            <a:off x="396688" y="214346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AutoNum type="arabicPeriod"/>
            </a:pPr>
            <a:r>
              <a:rPr lang="ko-KR" altLang="en-US" dirty="0"/>
              <a:t>데이터셋의 한계</a:t>
            </a:r>
            <a:br>
              <a:rPr lang="en-US" altLang="ko-KR" dirty="0"/>
            </a:br>
            <a:r>
              <a:rPr lang="ko-KR" altLang="en-US" dirty="0"/>
              <a:t>다른 어종에 비해 특징이 두드러지는 어종이 </a:t>
            </a:r>
            <a:r>
              <a:rPr lang="ko-KR" altLang="en-US" dirty="0" err="1"/>
              <a:t>아니다보니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데이터 증강 필요</a:t>
            </a:r>
            <a:br>
              <a:rPr lang="en-US" altLang="ko-KR" dirty="0"/>
            </a:br>
            <a:endParaRPr lang="en-US" altLang="ko-KR" dirty="0"/>
          </a:p>
          <a:p>
            <a:pPr marL="228600" indent="-228600">
              <a:spcAft>
                <a:spcPts val="1000"/>
              </a:spcAft>
              <a:buAutoNum type="arabicPeriod"/>
            </a:pPr>
            <a:r>
              <a:rPr lang="ko-KR" altLang="en-US" dirty="0" err="1"/>
              <a:t>파인튜닝의</a:t>
            </a:r>
            <a:r>
              <a:rPr lang="ko-KR" altLang="en-US" dirty="0"/>
              <a:t> 한계</a:t>
            </a:r>
            <a:br>
              <a:rPr lang="en-US" altLang="ko-KR" dirty="0"/>
            </a:br>
            <a:r>
              <a:rPr lang="en-US" altLang="ko-KR" dirty="0"/>
              <a:t>Layer-4(</a:t>
            </a:r>
            <a:r>
              <a:rPr lang="ko-KR" altLang="en-US" dirty="0"/>
              <a:t>마지막 레이어</a:t>
            </a:r>
            <a:r>
              <a:rPr lang="en-US" altLang="ko-KR" dirty="0"/>
              <a:t>)</a:t>
            </a:r>
            <a:r>
              <a:rPr lang="ko-KR" altLang="en-US" dirty="0"/>
              <a:t>와 출력층만 </a:t>
            </a:r>
            <a:r>
              <a:rPr lang="ko-KR" altLang="en-US" dirty="0" err="1"/>
              <a:t>학습하다보니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특정 어종</a:t>
            </a:r>
            <a:r>
              <a:rPr lang="en-US" altLang="ko-KR" dirty="0"/>
              <a:t>(</a:t>
            </a:r>
            <a:r>
              <a:rPr lang="ko-KR" altLang="en-US" dirty="0" err="1"/>
              <a:t>감성돔</a:t>
            </a:r>
            <a:r>
              <a:rPr lang="en-US" altLang="ko-KR" dirty="0"/>
              <a:t>)</a:t>
            </a:r>
            <a:r>
              <a:rPr lang="ko-KR" altLang="en-US" dirty="0"/>
              <a:t>의 특징을 충분히 학습하지 못함</a:t>
            </a:r>
            <a:endParaRPr lang="en-US" altLang="ko-KR" dirty="0"/>
          </a:p>
          <a:p>
            <a:pPr marL="228600" indent="-228600">
              <a:spcAft>
                <a:spcPts val="1000"/>
              </a:spcAft>
              <a:buAutoNum type="arabicPeriod"/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194E2-B335-01A0-0D67-3D0CE829FE31}"/>
              </a:ext>
            </a:extLst>
          </p:cNvPr>
          <p:cNvSpPr txBox="1"/>
          <p:nvPr/>
        </p:nvSpPr>
        <p:spPr>
          <a:xfrm>
            <a:off x="457200" y="3400483"/>
            <a:ext cx="5586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해결 방안</a:t>
            </a:r>
            <a:endParaRPr lang="en-US" altLang="ko-KR" dirty="0"/>
          </a:p>
          <a:p>
            <a:r>
              <a:rPr lang="ko-KR" altLang="en-US" dirty="0"/>
              <a:t>잘 예측하지 못하는 클래스</a:t>
            </a:r>
            <a:r>
              <a:rPr lang="en-US" altLang="ko-KR" dirty="0"/>
              <a:t>(</a:t>
            </a:r>
            <a:r>
              <a:rPr lang="ko-KR" altLang="en-US" dirty="0" err="1"/>
              <a:t>감성돔</a:t>
            </a:r>
            <a:r>
              <a:rPr lang="en-US" altLang="ko-KR" dirty="0"/>
              <a:t>)</a:t>
            </a:r>
            <a:r>
              <a:rPr lang="ko-KR" altLang="en-US" dirty="0"/>
              <a:t>의 데이터를 증강</a:t>
            </a:r>
            <a:endParaRPr lang="en-US" altLang="ko-KR" dirty="0"/>
          </a:p>
          <a:p>
            <a:r>
              <a:rPr lang="ko-KR" altLang="en-US" dirty="0" err="1"/>
              <a:t>파인튜닝이</a:t>
            </a:r>
            <a:r>
              <a:rPr lang="ko-KR" altLang="en-US" dirty="0"/>
              <a:t> 아닌</a:t>
            </a:r>
            <a:r>
              <a:rPr lang="en-US" altLang="ko-KR" dirty="0"/>
              <a:t>, </a:t>
            </a:r>
            <a:r>
              <a:rPr lang="ko-KR" altLang="en-US" dirty="0" err="1"/>
              <a:t>전층</a:t>
            </a:r>
            <a:r>
              <a:rPr lang="ko-KR" altLang="en-US" dirty="0"/>
              <a:t> 학습 시도</a:t>
            </a:r>
            <a:endParaRPr lang="en-US" altLang="ko-KR" dirty="0"/>
          </a:p>
        </p:txBody>
      </p:sp>
      <p:pic>
        <p:nvPicPr>
          <p:cNvPr id="2050" name="Picture 2" descr="감성돔 (r70 판) - 나무위키">
            <a:extLst>
              <a:ext uri="{FF2B5EF4-FFF2-40B4-BE49-F238E27FC236}">
                <a16:creationId xmlns:a16="http://schemas.microsoft.com/office/drawing/2014/main" id="{734A685C-6532-6202-995F-6F9D46A58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941" y="467887"/>
            <a:ext cx="1289713" cy="78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돌돔 (r234 판) - 나무위키">
            <a:extLst>
              <a:ext uri="{FF2B5EF4-FFF2-40B4-BE49-F238E27FC236}">
                <a16:creationId xmlns:a16="http://schemas.microsoft.com/office/drawing/2014/main" id="{44D5F7B2-8EA3-6388-6639-0578FBD08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941" y="1503514"/>
            <a:ext cx="1307727" cy="93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참돔 (r108 판) - 나무위키">
            <a:extLst>
              <a:ext uri="{FF2B5EF4-FFF2-40B4-BE49-F238E27FC236}">
                <a16:creationId xmlns:a16="http://schemas.microsoft.com/office/drawing/2014/main" id="{859BF209-0F56-CB35-ADCD-3F1CA9479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941" y="2511021"/>
            <a:ext cx="1528107" cy="122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DAE38-9BCD-539F-735F-D77BBB9A64DD}"/>
              </a:ext>
            </a:extLst>
          </p:cNvPr>
          <p:cNvSpPr txBox="1"/>
          <p:nvPr/>
        </p:nvSpPr>
        <p:spPr>
          <a:xfrm>
            <a:off x="7592705" y="1132363"/>
            <a:ext cx="618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감성돔</a:t>
            </a:r>
            <a:endParaRPr lang="en-US" altLang="ko-KR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6D760-E95A-D1F1-A8FE-9A2E283A4033}"/>
              </a:ext>
            </a:extLst>
          </p:cNvPr>
          <p:cNvSpPr txBox="1"/>
          <p:nvPr/>
        </p:nvSpPr>
        <p:spPr>
          <a:xfrm>
            <a:off x="7643350" y="2373827"/>
            <a:ext cx="472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돌돔</a:t>
            </a:r>
            <a:endParaRPr lang="en-US" altLang="ko-KR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9B2DA-C542-8D89-C5CC-D078F988027E}"/>
              </a:ext>
            </a:extLst>
          </p:cNvPr>
          <p:cNvSpPr txBox="1"/>
          <p:nvPr/>
        </p:nvSpPr>
        <p:spPr>
          <a:xfrm>
            <a:off x="7665794" y="3467709"/>
            <a:ext cx="472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참돔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215424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B650-AFD2-81E9-9A2D-C74D3B84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6FCAAE-7643-49BB-4CDE-9E65438E19EA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</a:t>
            </a:r>
            <a:r>
              <a:rPr lang="en-US" sz="2400" b="1" dirty="0" err="1">
                <a:solidFill>
                  <a:srgbClr val="363636"/>
                </a:solidFill>
              </a:rPr>
              <a:t>학습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과정</a:t>
            </a:r>
            <a:r>
              <a:rPr lang="en-US" sz="2400" b="1" dirty="0">
                <a:solidFill>
                  <a:srgbClr val="363636"/>
                </a:solidFill>
              </a:rPr>
              <a:t> – Version -3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CF297-224E-96FA-CD2F-0DC3D4389E35}"/>
              </a:ext>
            </a:extLst>
          </p:cNvPr>
          <p:cNvSpPr txBox="1"/>
          <p:nvPr/>
        </p:nvSpPr>
        <p:spPr>
          <a:xfrm>
            <a:off x="397057" y="831230"/>
            <a:ext cx="397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Resnet18</a:t>
            </a:r>
            <a:r>
              <a:rPr lang="ko-KR" altLang="en-US" dirty="0"/>
              <a:t>의 </a:t>
            </a:r>
            <a:r>
              <a:rPr lang="ko-KR" altLang="en-US" dirty="0" err="1">
                <a:latin typeface="D2Coding ligature"/>
              </a:rPr>
              <a:t>전층</a:t>
            </a:r>
            <a:r>
              <a:rPr lang="ko-KR" altLang="en-US" dirty="0">
                <a:latin typeface="D2Coding ligature"/>
              </a:rPr>
              <a:t> 학습</a:t>
            </a:r>
            <a:r>
              <a:rPr lang="en-US" altLang="ko-KR" dirty="0">
                <a:latin typeface="D2Coding ligature"/>
              </a:rPr>
              <a:t>, </a:t>
            </a:r>
            <a:r>
              <a:rPr lang="ko-KR" altLang="en-US" dirty="0">
                <a:latin typeface="D2Coding ligature"/>
              </a:rPr>
              <a:t>이미지 증강</a:t>
            </a:r>
            <a:endParaRPr lang="en-US" altLang="ko-KR" b="0" dirty="0">
              <a:effectLst/>
              <a:latin typeface="D2Coding ligatur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62948-8534-5EAE-53BE-CF2BD42327C4}"/>
              </a:ext>
            </a:extLst>
          </p:cNvPr>
          <p:cNvSpPr txBox="1"/>
          <p:nvPr/>
        </p:nvSpPr>
        <p:spPr>
          <a:xfrm>
            <a:off x="5503596" y="798964"/>
            <a:ext cx="28414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후 테스트</a:t>
            </a:r>
            <a:endParaRPr lang="en-US" altLang="ko-KR" dirty="0"/>
          </a:p>
          <a:p>
            <a:r>
              <a:rPr lang="en-US" altLang="ko-KR" sz="1050" b="0" dirty="0">
                <a:effectLst/>
                <a:latin typeface="D2Coding ligature"/>
              </a:rPr>
              <a:t>(</a:t>
            </a:r>
            <a:r>
              <a:rPr lang="ko-KR" altLang="en-US" sz="1050" b="0" dirty="0">
                <a:effectLst/>
                <a:latin typeface="D2Coding ligature"/>
              </a:rPr>
              <a:t>테스트 데이터는 구글에서 수집한 </a:t>
            </a:r>
            <a:endParaRPr lang="en-US" altLang="ko-KR" sz="1050" b="0" dirty="0">
              <a:effectLst/>
              <a:latin typeface="D2Coding ligature"/>
            </a:endParaRPr>
          </a:p>
          <a:p>
            <a:r>
              <a:rPr lang="ko-KR" altLang="en-US" sz="1050" b="0" dirty="0">
                <a:effectLst/>
                <a:latin typeface="D2Coding ligature"/>
              </a:rPr>
              <a:t>어종별 </a:t>
            </a:r>
            <a:r>
              <a:rPr lang="en-US" altLang="ko-KR" sz="1050" b="0" dirty="0">
                <a:effectLst/>
                <a:latin typeface="D2Coding ligature"/>
              </a:rPr>
              <a:t>10</a:t>
            </a:r>
            <a:r>
              <a:rPr lang="ko-KR" altLang="en-US" sz="1050" dirty="0">
                <a:latin typeface="D2Coding ligature"/>
              </a:rPr>
              <a:t>개의 데이터</a:t>
            </a:r>
            <a:r>
              <a:rPr lang="en-US" altLang="ko-KR" sz="1050" dirty="0">
                <a:latin typeface="D2Coding ligature"/>
              </a:rPr>
              <a:t>, </a:t>
            </a:r>
            <a:r>
              <a:rPr lang="ko-KR" altLang="en-US" sz="1050" dirty="0">
                <a:latin typeface="D2Coding ligature"/>
              </a:rPr>
              <a:t>총 </a:t>
            </a:r>
            <a:r>
              <a:rPr lang="en-US" altLang="ko-KR" sz="1050" dirty="0">
                <a:latin typeface="D2Coding ligature"/>
              </a:rPr>
              <a:t>50</a:t>
            </a:r>
            <a:r>
              <a:rPr lang="ko-KR" altLang="en-US" sz="1050" dirty="0">
                <a:latin typeface="D2Coding ligature"/>
              </a:rPr>
              <a:t>개</a:t>
            </a:r>
            <a:r>
              <a:rPr lang="en-US" altLang="ko-KR" sz="1050" dirty="0">
                <a:latin typeface="D2Coding ligature"/>
              </a:rPr>
              <a:t>)</a:t>
            </a:r>
            <a:endParaRPr lang="en-US" altLang="ko-KR" sz="1050" b="0" dirty="0">
              <a:effectLst/>
              <a:latin typeface="D2Coding ligatu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FF6E5-31B1-7D2D-7315-13F716C251E0}"/>
              </a:ext>
            </a:extLst>
          </p:cNvPr>
          <p:cNvSpPr txBox="1"/>
          <p:nvPr/>
        </p:nvSpPr>
        <p:spPr>
          <a:xfrm>
            <a:off x="5471750" y="3947533"/>
            <a:ext cx="32150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0" dirty="0">
                <a:effectLst/>
                <a:latin typeface="D2Coding ligature"/>
              </a:rPr>
              <a:t>조금 개선되었으나</a:t>
            </a:r>
            <a:r>
              <a:rPr lang="en-US" altLang="ko-KR" sz="1050" b="0" dirty="0">
                <a:effectLst/>
                <a:latin typeface="D2Coding ligature"/>
              </a:rPr>
              <a:t>, Black porgy(</a:t>
            </a:r>
            <a:r>
              <a:rPr lang="ko-KR" altLang="en-US" sz="1050" b="0" dirty="0" err="1">
                <a:effectLst/>
                <a:latin typeface="D2Coding ligature"/>
              </a:rPr>
              <a:t>감성돔</a:t>
            </a:r>
            <a:r>
              <a:rPr lang="en-US" altLang="ko-KR" sz="1050" b="0" dirty="0">
                <a:effectLst/>
                <a:latin typeface="D2Coding ligature"/>
              </a:rPr>
              <a:t>)</a:t>
            </a:r>
            <a:r>
              <a:rPr lang="ko-KR" altLang="en-US" sz="1050" b="0" dirty="0">
                <a:effectLst/>
                <a:latin typeface="D2Coding ligature"/>
              </a:rPr>
              <a:t>의 특징을 </a:t>
            </a:r>
            <a:endParaRPr lang="en-US" altLang="ko-KR" sz="1050" b="0" dirty="0">
              <a:effectLst/>
              <a:latin typeface="D2Coding ligature"/>
            </a:endParaRPr>
          </a:p>
          <a:p>
            <a:r>
              <a:rPr lang="ko-KR" altLang="en-US" sz="1050" dirty="0">
                <a:latin typeface="D2Coding ligature"/>
              </a:rPr>
              <a:t>완벽히 잡진 못하는 모습</a:t>
            </a:r>
            <a:endParaRPr lang="en-US" altLang="ko-KR" sz="1050" dirty="0">
              <a:latin typeface="D2Coding ligature"/>
            </a:endParaRPr>
          </a:p>
          <a:p>
            <a:endParaRPr lang="en-US" altLang="ko-KR" sz="1050" b="0" dirty="0">
              <a:effectLst/>
              <a:latin typeface="D2Coding ligature"/>
            </a:endParaRPr>
          </a:p>
          <a:p>
            <a:r>
              <a:rPr lang="en-US" altLang="ko-KR" sz="1050" dirty="0">
                <a:latin typeface="D2Coding ligature"/>
              </a:rPr>
              <a:t>Macro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F1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: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solidFill>
                  <a:schemeClr val="accent1"/>
                </a:solidFill>
                <a:latin typeface="D2Coding ligature"/>
              </a:rPr>
              <a:t>0.636</a:t>
            </a:r>
            <a:r>
              <a:rPr lang="en-US" altLang="ko-KR" sz="1050" dirty="0">
                <a:latin typeface="D2Coding ligature"/>
              </a:rPr>
              <a:t> </a:t>
            </a:r>
            <a:endParaRPr lang="en-US" altLang="ko-KR" sz="1050" b="0" dirty="0">
              <a:effectLst/>
              <a:latin typeface="D2Coding ligature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149888-739F-31F7-0C89-A589A1F35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0562"/>
            <a:ext cx="3533498" cy="16527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8E399D-D441-BCB3-9BCC-92FCBF140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963037"/>
            <a:ext cx="3215050" cy="2034887"/>
          </a:xfrm>
          <a:prstGeom prst="rect">
            <a:avLst/>
          </a:prstGeom>
        </p:spPr>
      </p:pic>
      <p:pic>
        <p:nvPicPr>
          <p:cNvPr id="8" name="그림 7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8F6F04-1B45-66F3-C6A2-064551E3D5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22" y="1554708"/>
            <a:ext cx="259016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04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0CEA-B755-6181-E74E-03B89992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F9DC85-01AE-4D7D-2670-22393E5DCB61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모델 </a:t>
            </a:r>
            <a:r>
              <a:rPr lang="en-US" sz="2400" b="1" dirty="0" err="1">
                <a:solidFill>
                  <a:srgbClr val="363636"/>
                </a:solidFill>
              </a:rPr>
              <a:t>학습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en-US" sz="2400" b="1" dirty="0" err="1">
                <a:solidFill>
                  <a:srgbClr val="363636"/>
                </a:solidFill>
              </a:rPr>
              <a:t>과정</a:t>
            </a:r>
            <a:r>
              <a:rPr lang="en-US" sz="2400" b="1" dirty="0">
                <a:solidFill>
                  <a:srgbClr val="363636"/>
                </a:solidFill>
              </a:rPr>
              <a:t> – Version -3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00C5D-466B-1B21-5805-6C5810D9113A}"/>
              </a:ext>
            </a:extLst>
          </p:cNvPr>
          <p:cNvSpPr txBox="1"/>
          <p:nvPr/>
        </p:nvSpPr>
        <p:spPr>
          <a:xfrm>
            <a:off x="397057" y="831230"/>
            <a:ext cx="397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 ligature"/>
              </a:rPr>
              <a:t>Version -3 </a:t>
            </a:r>
            <a:r>
              <a:rPr lang="ko-KR" altLang="en-US" dirty="0">
                <a:latin typeface="D2Coding ligature"/>
              </a:rPr>
              <a:t>의 성능향상을 위한 과정</a:t>
            </a:r>
            <a:endParaRPr lang="en-US" altLang="ko-KR" dirty="0">
              <a:latin typeface="D2Coding ligature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BCCD15-FBB2-C681-29FE-CADC303BD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1131" y="2520853"/>
            <a:ext cx="2500313" cy="18779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131B07-2DF6-4C14-A727-46A7EE39BE30}"/>
              </a:ext>
            </a:extLst>
          </p:cNvPr>
          <p:cNvSpPr txBox="1"/>
          <p:nvPr/>
        </p:nvSpPr>
        <p:spPr>
          <a:xfrm>
            <a:off x="793471" y="4392507"/>
            <a:ext cx="210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 err="1">
                <a:effectLst/>
                <a:latin typeface="D2Coding ligature"/>
              </a:rPr>
              <a:t>조피볼락으로</a:t>
            </a:r>
            <a:r>
              <a:rPr lang="ko-KR" altLang="en-US" sz="1000" b="0" dirty="0">
                <a:effectLst/>
                <a:latin typeface="D2Coding ligature"/>
              </a:rPr>
              <a:t> 오인하는 현상 유지</a:t>
            </a:r>
            <a:endParaRPr lang="en-US" altLang="ko-KR" sz="1000" b="0" dirty="0">
              <a:effectLst/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chemeClr val="accent1"/>
                </a:solidFill>
                <a:latin typeface="D2Coding ligature"/>
              </a:rPr>
              <a:t>0.662</a:t>
            </a:r>
            <a:endParaRPr lang="en-US" altLang="ko-KR" sz="1000" b="0" dirty="0">
              <a:solidFill>
                <a:schemeClr val="accent1"/>
              </a:solidFill>
              <a:effectLst/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758C697-20E0-F9FD-74FA-9009FBD82B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99376" y="2434468"/>
            <a:ext cx="2503736" cy="18778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FAF833-5092-CB96-1B73-55496C03E1DF}"/>
              </a:ext>
            </a:extLst>
          </p:cNvPr>
          <p:cNvSpPr txBox="1"/>
          <p:nvPr/>
        </p:nvSpPr>
        <p:spPr>
          <a:xfrm>
            <a:off x="3225831" y="4418587"/>
            <a:ext cx="2844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>
                <a:effectLst/>
                <a:latin typeface="D2Coding ligature"/>
              </a:rPr>
              <a:t>가중치를 조절했음에도 여전히 같은 문제 발생</a:t>
            </a:r>
            <a:endParaRPr lang="en-US" altLang="ko-KR" sz="1000" b="0" dirty="0">
              <a:effectLst/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D2Coding ligature"/>
              </a:rPr>
              <a:t>0.572</a:t>
            </a:r>
            <a:endParaRPr lang="en-US" altLang="ko-KR" sz="1000" b="0" dirty="0">
              <a:solidFill>
                <a:srgbClr val="FF0000"/>
              </a:solidFill>
              <a:effectLst/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5DC4A2-06C6-14EA-3526-35F4365DB778}"/>
              </a:ext>
            </a:extLst>
          </p:cNvPr>
          <p:cNvSpPr txBox="1"/>
          <p:nvPr/>
        </p:nvSpPr>
        <p:spPr>
          <a:xfrm>
            <a:off x="6792505" y="4392507"/>
            <a:ext cx="19022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dirty="0">
                <a:effectLst/>
                <a:latin typeface="D2Coding ligature"/>
              </a:rPr>
              <a:t>가장 높은 가중치의 </a:t>
            </a:r>
            <a:r>
              <a:rPr lang="ko-KR" altLang="en-US" sz="1000" b="0" dirty="0" err="1">
                <a:effectLst/>
                <a:latin typeface="D2Coding ligature"/>
              </a:rPr>
              <a:t>감성돔이</a:t>
            </a:r>
            <a:r>
              <a:rPr lang="ko-KR" altLang="en-US" sz="1000" b="0" dirty="0">
                <a:effectLst/>
                <a:latin typeface="D2Coding ligature"/>
              </a:rPr>
              <a:t> 오히려 정확도가 낮은 모습</a:t>
            </a:r>
            <a:endParaRPr lang="en-US" altLang="ko-KR" sz="1000" b="0" dirty="0">
              <a:effectLst/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chemeClr val="accent1"/>
                </a:solidFill>
                <a:latin typeface="D2Coding ligature"/>
              </a:rPr>
              <a:t>0.586</a:t>
            </a:r>
            <a:endParaRPr lang="en-US" altLang="ko-KR" sz="1000" b="0" dirty="0">
              <a:solidFill>
                <a:schemeClr val="accent1"/>
              </a:solidFill>
              <a:effectLst/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B8AA6-6C7E-722A-9CBB-8685AEBFD6CA}"/>
              </a:ext>
            </a:extLst>
          </p:cNvPr>
          <p:cNvSpPr txBox="1"/>
          <p:nvPr/>
        </p:nvSpPr>
        <p:spPr>
          <a:xfrm>
            <a:off x="592552" y="1505311"/>
            <a:ext cx="2168892" cy="78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latinLnBrk="1">
              <a:spcAft>
                <a:spcPts val="800"/>
              </a:spcAft>
            </a:pP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Focal loss </a:t>
            </a:r>
            <a:r>
              <a:rPr lang="ko-KR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감마 파라미터 조정</a:t>
            </a: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marL="142875" latinLnBrk="1">
              <a:spcAft>
                <a:spcPts val="800"/>
              </a:spcAft>
            </a:pP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특징 추출 레이어 추가</a:t>
            </a:r>
            <a:endParaRPr lang="en-US" altLang="ko-KR" sz="105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42875" latinLnBrk="1">
              <a:spcAft>
                <a:spcPts val="800"/>
              </a:spcAft>
            </a:pPr>
            <a:r>
              <a:rPr lang="ko-KR" altLang="en-US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가중치는 자동모드</a:t>
            </a:r>
            <a:endParaRPr lang="ko-KR" altLang="ko-KR" sz="105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CA77B-B1A8-246E-23E3-14106EAC4497}"/>
              </a:ext>
            </a:extLst>
          </p:cNvPr>
          <p:cNvSpPr txBox="1"/>
          <p:nvPr/>
        </p:nvSpPr>
        <p:spPr>
          <a:xfrm>
            <a:off x="3120568" y="1415886"/>
            <a:ext cx="2661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latinLnBrk="1">
              <a:spcAft>
                <a:spcPts val="800"/>
              </a:spcAft>
            </a:pP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Korea rockfish(</a:t>
            </a:r>
            <a:r>
              <a:rPr lang="ko-KR" altLang="en-US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조피볼락</a:t>
            </a: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가중치 감소</a:t>
            </a:r>
            <a:endParaRPr lang="ko-KR" altLang="ko-KR" sz="105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80D4CFD-63C3-5A13-2360-74343436F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67858"/>
              </p:ext>
            </p:extLst>
          </p:nvPr>
        </p:nvGraphicFramePr>
        <p:xfrm>
          <a:off x="3287990" y="1776830"/>
          <a:ext cx="26613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1207383814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469855452"/>
                    </a:ext>
                  </a:extLst>
                </a:gridCol>
                <a:gridCol w="462582">
                  <a:extLst>
                    <a:ext uri="{9D8B030D-6E8A-4147-A177-3AD203B41FA5}">
                      <a16:colId xmlns:a16="http://schemas.microsoft.com/office/drawing/2014/main" val="3820421286"/>
                    </a:ext>
                  </a:extLst>
                </a:gridCol>
                <a:gridCol w="636896">
                  <a:extLst>
                    <a:ext uri="{9D8B030D-6E8A-4147-A177-3AD203B41FA5}">
                      <a16:colId xmlns:a16="http://schemas.microsoft.com/office/drawing/2014/main" val="1376061306"/>
                    </a:ext>
                  </a:extLst>
                </a:gridCol>
                <a:gridCol w="459514">
                  <a:extLst>
                    <a:ext uri="{9D8B030D-6E8A-4147-A177-3AD203B41FA5}">
                      <a16:colId xmlns:a16="http://schemas.microsoft.com/office/drawing/2014/main" val="3118644160"/>
                    </a:ext>
                  </a:extLst>
                </a:gridCol>
              </a:tblGrid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넙치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조피볼락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참돔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감성돔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돌돔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72228"/>
                  </a:ext>
                </a:extLst>
              </a:tr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1.7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4.0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90584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37E5D79-F75D-3525-AEAD-07E55CF15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562365"/>
              </p:ext>
            </p:extLst>
          </p:nvPr>
        </p:nvGraphicFramePr>
        <p:xfrm>
          <a:off x="6285163" y="1751114"/>
          <a:ext cx="26613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1207383814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469855452"/>
                    </a:ext>
                  </a:extLst>
                </a:gridCol>
                <a:gridCol w="462582">
                  <a:extLst>
                    <a:ext uri="{9D8B030D-6E8A-4147-A177-3AD203B41FA5}">
                      <a16:colId xmlns:a16="http://schemas.microsoft.com/office/drawing/2014/main" val="3820421286"/>
                    </a:ext>
                  </a:extLst>
                </a:gridCol>
                <a:gridCol w="636896">
                  <a:extLst>
                    <a:ext uri="{9D8B030D-6E8A-4147-A177-3AD203B41FA5}">
                      <a16:colId xmlns:a16="http://schemas.microsoft.com/office/drawing/2014/main" val="1376061306"/>
                    </a:ext>
                  </a:extLst>
                </a:gridCol>
                <a:gridCol w="459514">
                  <a:extLst>
                    <a:ext uri="{9D8B030D-6E8A-4147-A177-3AD203B41FA5}">
                      <a16:colId xmlns:a16="http://schemas.microsoft.com/office/drawing/2014/main" val="3118644160"/>
                    </a:ext>
                  </a:extLst>
                </a:gridCol>
              </a:tblGrid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넙치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조피볼락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참돔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감성돔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돌돔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72228"/>
                  </a:ext>
                </a:extLst>
              </a:tr>
              <a:tr h="228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4.0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90584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6120BCE-43E5-E849-D974-1EEDE91E3BA1}"/>
              </a:ext>
            </a:extLst>
          </p:cNvPr>
          <p:cNvSpPr txBox="1"/>
          <p:nvPr/>
        </p:nvSpPr>
        <p:spPr>
          <a:xfrm>
            <a:off x="6070098" y="1421255"/>
            <a:ext cx="29779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latinLnBrk="1">
              <a:spcAft>
                <a:spcPts val="800"/>
              </a:spcAft>
            </a:pP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Korea rockfish(</a:t>
            </a:r>
            <a:r>
              <a:rPr lang="ko-KR" altLang="en-US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조피볼락</a:t>
            </a:r>
            <a:r>
              <a:rPr lang="en-US" altLang="ko-KR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05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가중치 크게 감소</a:t>
            </a:r>
            <a:endParaRPr lang="ko-KR" altLang="ko-KR" sz="105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D0F9EB3-A06F-CDAC-2AB6-80F2BFDA7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235" y="2337576"/>
            <a:ext cx="2567559" cy="192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7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4BC89CB-8359-5462-54C6-526D8CDEC575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63636"/>
                </a:solidFill>
              </a:rPr>
              <a:t>모델</a:t>
            </a:r>
            <a:r>
              <a:rPr lang="en-US" sz="2400" b="1" dirty="0">
                <a:solidFill>
                  <a:srgbClr val="363636"/>
                </a:solidFill>
              </a:rPr>
              <a:t> </a:t>
            </a:r>
            <a:r>
              <a:rPr lang="ko-KR" altLang="en-US" sz="2400" b="1" dirty="0">
                <a:solidFill>
                  <a:srgbClr val="363636"/>
                </a:solidFill>
              </a:rPr>
              <a:t>최종 평가</a:t>
            </a:r>
            <a:endParaRPr 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81DDA5-9CAC-7940-B7D2-FD8B244A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53849" y="1225703"/>
            <a:ext cx="3109101" cy="2335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3196B-8EC9-6CDA-9A66-AC145D1EA5D0}"/>
              </a:ext>
            </a:extLst>
          </p:cNvPr>
          <p:cNvSpPr txBox="1"/>
          <p:nvPr/>
        </p:nvSpPr>
        <p:spPr>
          <a:xfrm>
            <a:off x="5981243" y="3667676"/>
            <a:ext cx="21044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D2Coding ligature"/>
              </a:rPr>
              <a:t>Resnet18</a:t>
            </a:r>
            <a:r>
              <a:rPr lang="ko-KR" altLang="en-US" sz="1000" dirty="0">
                <a:latin typeface="D2Coding ligature"/>
              </a:rPr>
              <a:t>의 </a:t>
            </a:r>
            <a:r>
              <a:rPr lang="ko-KR" altLang="en-US" sz="1000" dirty="0" err="1">
                <a:latin typeface="D2Coding ligature"/>
              </a:rPr>
              <a:t>전층을</a:t>
            </a:r>
            <a:r>
              <a:rPr lang="ko-KR" altLang="en-US" sz="1000" dirty="0">
                <a:latin typeface="D2Coding ligature"/>
              </a:rPr>
              <a:t> 학습한 뒤</a:t>
            </a:r>
            <a:endParaRPr lang="en-US" altLang="ko-KR" sz="1000" dirty="0">
              <a:latin typeface="D2Coding ligature"/>
            </a:endParaRPr>
          </a:p>
          <a:p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Focal loss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감마 파라미터 조정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r>
              <a:rPr lang="ko-KR" altLang="en-US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특징 추출 레이어 추가한 모델</a:t>
            </a:r>
            <a:endParaRPr lang="en-US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000" dirty="0">
              <a:latin typeface="D2Coding ligature"/>
            </a:endParaRPr>
          </a:p>
          <a:p>
            <a:endParaRPr lang="en-US" altLang="ko-KR" sz="1000" dirty="0">
              <a:latin typeface="D2Coding ligature"/>
            </a:endParaRPr>
          </a:p>
          <a:p>
            <a:r>
              <a:rPr lang="en-US" altLang="ko-KR" sz="1000" dirty="0">
                <a:latin typeface="D2Coding ligature"/>
              </a:rPr>
              <a:t>Macro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F1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latin typeface="D2Coding ligature"/>
              </a:rPr>
              <a:t>:</a:t>
            </a:r>
            <a:r>
              <a:rPr lang="ko-KR" altLang="en-US" sz="1000" dirty="0">
                <a:latin typeface="D2Coding ligature"/>
              </a:rPr>
              <a:t> </a:t>
            </a:r>
            <a:r>
              <a:rPr lang="en-US" altLang="ko-KR" sz="1000" dirty="0">
                <a:solidFill>
                  <a:schemeClr val="accent1"/>
                </a:solidFill>
                <a:latin typeface="D2Coding ligature"/>
              </a:rPr>
              <a:t>0.662</a:t>
            </a:r>
          </a:p>
          <a:p>
            <a:endParaRPr lang="en-US" altLang="ko-KR" sz="1000" b="0" dirty="0">
              <a:solidFill>
                <a:schemeClr val="accent1"/>
              </a:solidFill>
              <a:effectLst/>
              <a:latin typeface="D2Coding ligature"/>
            </a:endParaRPr>
          </a:p>
          <a:p>
            <a:endParaRPr lang="en-US" altLang="ko-KR" sz="1000" b="0" dirty="0">
              <a:effectLst/>
              <a:latin typeface="D2Coding ligature"/>
            </a:endParaRPr>
          </a:p>
        </p:txBody>
      </p:sp>
      <p:pic>
        <p:nvPicPr>
          <p:cNvPr id="9" name="그림 8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D78413-48B5-AA00-4B29-BB474A647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218672"/>
            <a:ext cx="3499628" cy="2624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7792B-CA63-0E54-9799-78BD4D7D269D}"/>
              </a:ext>
            </a:extLst>
          </p:cNvPr>
          <p:cNvSpPr txBox="1"/>
          <p:nvPr/>
        </p:nvSpPr>
        <p:spPr>
          <a:xfrm>
            <a:off x="1157704" y="3924828"/>
            <a:ext cx="28414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effectLst/>
                <a:latin typeface="D2Coding ligature"/>
              </a:rPr>
              <a:t>Resnet18</a:t>
            </a:r>
            <a:r>
              <a:rPr lang="ko-KR" altLang="en-US" sz="1050" b="0" dirty="0">
                <a:effectLst/>
                <a:latin typeface="D2Coding ligature"/>
              </a:rPr>
              <a:t>의 마지막 층만 학습한 모델</a:t>
            </a:r>
            <a:endParaRPr lang="en-US" altLang="ko-KR" sz="1050" b="0" dirty="0">
              <a:effectLst/>
              <a:latin typeface="D2Coding ligature"/>
            </a:endParaRPr>
          </a:p>
          <a:p>
            <a:endParaRPr lang="en-US" altLang="ko-KR" sz="1050" b="0" dirty="0">
              <a:effectLst/>
              <a:latin typeface="D2Coding ligature"/>
            </a:endParaRPr>
          </a:p>
          <a:p>
            <a:r>
              <a:rPr lang="en-US" altLang="ko-KR" sz="1050" dirty="0">
                <a:latin typeface="D2Coding ligature"/>
              </a:rPr>
              <a:t>Macro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F1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latin typeface="D2Coding ligature"/>
              </a:rPr>
              <a:t>:</a:t>
            </a:r>
            <a:r>
              <a:rPr lang="ko-KR" altLang="en-US" sz="1050" dirty="0">
                <a:latin typeface="D2Coding ligature"/>
              </a:rPr>
              <a:t> </a:t>
            </a:r>
            <a:r>
              <a:rPr lang="en-US" altLang="ko-KR" sz="1050" dirty="0">
                <a:solidFill>
                  <a:srgbClr val="FF0000"/>
                </a:solidFill>
                <a:latin typeface="D2Coding ligature"/>
              </a:rPr>
              <a:t>0.542</a:t>
            </a:r>
            <a:endParaRPr lang="en-US" altLang="ko-KR" sz="1050" b="0" dirty="0">
              <a:solidFill>
                <a:srgbClr val="FF0000"/>
              </a:solidFill>
              <a:effectLst/>
              <a:latin typeface="D2Coding ligature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B9F1ACC-7016-77BD-CE1A-4FCEB91A8591}"/>
              </a:ext>
            </a:extLst>
          </p:cNvPr>
          <p:cNvSpPr/>
          <p:nvPr/>
        </p:nvSpPr>
        <p:spPr>
          <a:xfrm>
            <a:off x="4352925" y="1934528"/>
            <a:ext cx="762000" cy="8477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512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63636"/>
                </a:solidFill>
              </a:rPr>
              <a:t>결과물</a:t>
            </a:r>
            <a:r>
              <a:rPr lang="en-US" sz="2400" b="1" dirty="0">
                <a:solidFill>
                  <a:srgbClr val="363636"/>
                </a:solidFill>
              </a:rPr>
              <a:t> 소개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237E4-64D2-735F-0D9B-A41A9B1FBF8E}"/>
              </a:ext>
            </a:extLst>
          </p:cNvPr>
          <p:cNvSpPr txBox="1"/>
          <p:nvPr/>
        </p:nvSpPr>
        <p:spPr>
          <a:xfrm>
            <a:off x="457199" y="921855"/>
            <a:ext cx="52266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0" dirty="0">
                <a:effectLst/>
                <a:latin typeface="D2Coding ligature"/>
              </a:rPr>
              <a:t>특정 폴더에 들어있는 이미지를 읽고</a:t>
            </a:r>
            <a:r>
              <a:rPr lang="en-US" altLang="ko-KR" sz="1050" b="0" dirty="0">
                <a:effectLst/>
                <a:latin typeface="D2Coding ligature"/>
              </a:rPr>
              <a:t>, </a:t>
            </a:r>
          </a:p>
          <a:p>
            <a:r>
              <a:rPr lang="ko-KR" altLang="en-US" sz="1050" b="0" dirty="0">
                <a:effectLst/>
                <a:latin typeface="D2Coding ligature"/>
              </a:rPr>
              <a:t>국내 </a:t>
            </a:r>
            <a:r>
              <a:rPr lang="en-US" altLang="ko-KR" sz="1050" b="0" dirty="0">
                <a:effectLst/>
                <a:latin typeface="D2Coding ligature"/>
              </a:rPr>
              <a:t>5</a:t>
            </a:r>
            <a:r>
              <a:rPr lang="ko-KR" altLang="en-US" sz="1050" b="0" dirty="0">
                <a:effectLst/>
                <a:latin typeface="D2Coding ligature"/>
              </a:rPr>
              <a:t>개 어종 </a:t>
            </a:r>
            <a:r>
              <a:rPr lang="en-US" altLang="ko-KR" sz="105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넙치</a:t>
            </a:r>
            <a:r>
              <a:rPr lang="en-US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조피볼락</a:t>
            </a:r>
            <a:r>
              <a:rPr lang="en-US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참돔</a:t>
            </a:r>
            <a:r>
              <a:rPr lang="en-US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05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감성돔</a:t>
            </a:r>
            <a:r>
              <a:rPr lang="en-US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05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돌돔</a:t>
            </a:r>
            <a:r>
              <a:rPr lang="en-US" altLang="ko-KR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05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중에 어떤 종인지 판별 후 출력</a:t>
            </a:r>
            <a:endParaRPr lang="en-US" altLang="ko-KR" sz="105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b="0" dirty="0">
                <a:latin typeface="D2Coding ligature"/>
                <a:ea typeface="맑은 고딕" panose="020B0503020000020004" pitchFamily="50" charset="-127"/>
                <a:cs typeface="Times New Roman" panose="02020603050405020304" pitchFamily="18" charset="0"/>
              </a:rPr>
              <a:t>+ </a:t>
            </a:r>
            <a:r>
              <a:rPr lang="ko-KR" altLang="en-US" sz="1050" b="0" dirty="0">
                <a:latin typeface="D2Coding ligature"/>
                <a:ea typeface="맑은 고딕" panose="020B0503020000020004" pitchFamily="50" charset="-127"/>
                <a:cs typeface="Times New Roman" panose="02020603050405020304" pitchFamily="18" charset="0"/>
              </a:rPr>
              <a:t>추후 웹과 연동하여 사진을 찍고</a:t>
            </a:r>
            <a:r>
              <a:rPr lang="en-US" altLang="ko-KR" sz="1050" b="0" dirty="0">
                <a:latin typeface="D2Coding ligature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050" b="0" dirty="0">
                <a:latin typeface="D2Coding ligature"/>
                <a:ea typeface="맑은 고딕" panose="020B0503020000020004" pitchFamily="50" charset="-127"/>
                <a:cs typeface="Times New Roman" panose="02020603050405020304" pitchFamily="18" charset="0"/>
              </a:rPr>
              <a:t>바로 판별해주는 서비스가 목표</a:t>
            </a:r>
            <a:endParaRPr lang="en-US" altLang="ko-KR" sz="1050" b="0" dirty="0">
              <a:effectLst/>
              <a:latin typeface="D2Coding ligature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DF245A-043B-0232-7426-91E0C5F80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914" y="1896342"/>
            <a:ext cx="4881694" cy="30289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C1E074-AB8D-426C-26D6-9162B089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512" r="74623"/>
          <a:stretch/>
        </p:blipFill>
        <p:spPr>
          <a:xfrm>
            <a:off x="776990" y="3951142"/>
            <a:ext cx="2985433" cy="25457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D198025-90E0-99FF-896A-9DFF9AD727EA}"/>
              </a:ext>
            </a:extLst>
          </p:cNvPr>
          <p:cNvSpPr/>
          <p:nvPr/>
        </p:nvSpPr>
        <p:spPr>
          <a:xfrm>
            <a:off x="4141914" y="4821382"/>
            <a:ext cx="1240577" cy="1039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98EA96-8F5C-926A-2A53-1A15961ABCAB}"/>
              </a:ext>
            </a:extLst>
          </p:cNvPr>
          <p:cNvSpPr/>
          <p:nvPr/>
        </p:nvSpPr>
        <p:spPr>
          <a:xfrm>
            <a:off x="776990" y="3951142"/>
            <a:ext cx="2985433" cy="2545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466FE86-3496-2AA5-B442-30B97B2CA719}"/>
              </a:ext>
            </a:extLst>
          </p:cNvPr>
          <p:cNvCxnSpPr>
            <a:cxnSpLocks/>
            <a:stCxn id="8" idx="1"/>
            <a:endCxn id="9" idx="2"/>
          </p:cNvCxnSpPr>
          <p:nvPr/>
        </p:nvCxnSpPr>
        <p:spPr>
          <a:xfrm flipH="1" flipV="1">
            <a:off x="2269707" y="4205719"/>
            <a:ext cx="1872207" cy="6676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트러블 슈팅 경험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78589-CE72-F8ED-200A-8538CB6B64D8}"/>
              </a:ext>
            </a:extLst>
          </p:cNvPr>
          <p:cNvSpPr txBox="1"/>
          <p:nvPr/>
        </p:nvSpPr>
        <p:spPr>
          <a:xfrm>
            <a:off x="300725" y="1361821"/>
            <a:ext cx="68858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en" altLang="ko-KR" dirty="0"/>
              <a:t>cv2.imread()</a:t>
            </a:r>
            <a:r>
              <a:rPr lang="en-US" altLang="ko-KR" dirty="0"/>
              <a:t> </a:t>
            </a:r>
            <a:r>
              <a:rPr lang="ko-KR" altLang="en-US" dirty="0"/>
              <a:t>한글경로 미지원 </a:t>
            </a:r>
            <a:r>
              <a:rPr lang="en-US" altLang="ko-KR" dirty="0"/>
              <a:t>– </a:t>
            </a:r>
            <a:r>
              <a:rPr lang="en-US" altLang="ko-KR" dirty="0" err="1"/>
              <a:t>numpy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이용해 바이너리로 전달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대용량 </a:t>
            </a:r>
            <a:r>
              <a:rPr lang="en-US" altLang="ko-KR" dirty="0"/>
              <a:t>Json </a:t>
            </a:r>
            <a:r>
              <a:rPr lang="ko-KR" altLang="en-US" dirty="0"/>
              <a:t>취급 문제 </a:t>
            </a:r>
            <a:r>
              <a:rPr lang="en-US" altLang="ko-KR" dirty="0"/>
              <a:t>– </a:t>
            </a:r>
            <a:r>
              <a:rPr lang="en-US" altLang="ko-KR" dirty="0" err="1"/>
              <a:t>Dadroit</a:t>
            </a:r>
            <a:r>
              <a:rPr lang="en-US" altLang="ko-KR" dirty="0"/>
              <a:t> JSON Viewer</a:t>
            </a:r>
            <a:r>
              <a:rPr lang="ko-KR" altLang="en-US" dirty="0"/>
              <a:t>로 취급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학습 시 </a:t>
            </a:r>
            <a:r>
              <a:rPr lang="ko-KR" altLang="en-US" dirty="0" err="1"/>
              <a:t>에포크</a:t>
            </a:r>
            <a:r>
              <a:rPr lang="ko-KR" altLang="en-US" dirty="0"/>
              <a:t> </a:t>
            </a:r>
            <a:r>
              <a:rPr lang="en-US" altLang="ko-KR" dirty="0"/>
              <a:t>10 </a:t>
            </a:r>
            <a:r>
              <a:rPr lang="ko-KR" altLang="en-US" dirty="0"/>
              <a:t>기준</a:t>
            </a:r>
            <a:r>
              <a:rPr lang="en-US" altLang="ko-KR" dirty="0"/>
              <a:t>, 2~30</a:t>
            </a:r>
            <a:r>
              <a:rPr lang="ko-KR" altLang="en-US" dirty="0"/>
              <a:t>분 소요 </a:t>
            </a:r>
            <a:br>
              <a:rPr lang="en-US" altLang="ko-KR" dirty="0"/>
            </a:br>
            <a:r>
              <a:rPr lang="en-US" altLang="ko-KR" dirty="0"/>
              <a:t>    - </a:t>
            </a:r>
            <a:r>
              <a:rPr lang="ko-KR" altLang="en-US" dirty="0"/>
              <a:t>안정적인 모델이 나오면 </a:t>
            </a:r>
            <a:r>
              <a:rPr lang="ko-KR" altLang="en-US" dirty="0" err="1"/>
              <a:t>하이퍼파라미터만</a:t>
            </a:r>
            <a:r>
              <a:rPr lang="ko-KR" altLang="en-US" dirty="0"/>
              <a:t> 수정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테스트 데이터 </a:t>
            </a:r>
            <a:r>
              <a:rPr lang="en-US" altLang="ko-KR" dirty="0"/>
              <a:t>(</a:t>
            </a:r>
            <a:r>
              <a:rPr lang="ko-KR" altLang="en-US" dirty="0"/>
              <a:t>구글 이미지</a:t>
            </a:r>
            <a:r>
              <a:rPr lang="en-US" altLang="ko-KR" dirty="0"/>
              <a:t>)</a:t>
            </a:r>
            <a:r>
              <a:rPr lang="ko-KR" altLang="en-US" dirty="0"/>
              <a:t>를 대용량으로 구하기 </a:t>
            </a:r>
            <a:r>
              <a:rPr lang="ko-KR" altLang="en-US" dirty="0" err="1"/>
              <a:t>어렵다보니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   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파라미터에 모델이 매우 민감하게 동작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623B-9477-ACF8-57A7-7446349F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11E3CBB-FCE0-D9C8-A744-E27EF10D9658}"/>
              </a:ext>
            </a:extLst>
          </p:cNvPr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363636"/>
                </a:solidFill>
              </a:rPr>
              <a:t>개선할 점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021B05-DF89-DBAB-7E0C-30ECACBC9DD5}"/>
              </a:ext>
            </a:extLst>
          </p:cNvPr>
          <p:cNvSpPr txBox="1"/>
          <p:nvPr/>
        </p:nvSpPr>
        <p:spPr>
          <a:xfrm>
            <a:off x="339502" y="1394414"/>
            <a:ext cx="50992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 셋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가중치 설정 기법 테스트 부족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성능 부족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BAC12-FAE3-33B8-114C-E5AB7026010E}"/>
              </a:ext>
            </a:extLst>
          </p:cNvPr>
          <p:cNvSpPr txBox="1"/>
          <p:nvPr/>
        </p:nvSpPr>
        <p:spPr>
          <a:xfrm>
            <a:off x="390489" y="3749086"/>
            <a:ext cx="6904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시간부족으로</a:t>
            </a:r>
            <a:r>
              <a:rPr lang="en-US" altLang="ko-KR" dirty="0"/>
              <a:t> </a:t>
            </a:r>
            <a:r>
              <a:rPr lang="ko-KR" altLang="en-US" dirty="0"/>
              <a:t>원래 최종 목표인</a:t>
            </a:r>
            <a:r>
              <a:rPr lang="en-US" altLang="ko-KR" dirty="0"/>
              <a:t> </a:t>
            </a:r>
            <a:r>
              <a:rPr lang="ko-KR" altLang="en-US" dirty="0"/>
              <a:t>웹 서비스개발은 시도하지 못함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6516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느낀 점 및 향후 계획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22EE7-5C4D-CF52-E2C4-F1A4B6E5F00A}"/>
              </a:ext>
            </a:extLst>
          </p:cNvPr>
          <p:cNvSpPr txBox="1"/>
          <p:nvPr/>
        </p:nvSpPr>
        <p:spPr>
          <a:xfrm>
            <a:off x="339502" y="1149591"/>
            <a:ext cx="573184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직접 모델을 설계하고 제작하는 것은 </a:t>
            </a:r>
            <a:endParaRPr lang="en-US" altLang="ko-KR" dirty="0"/>
          </a:p>
          <a:p>
            <a:r>
              <a:rPr lang="ko-KR" altLang="en-US" dirty="0"/>
              <a:t>수업 예제를 따라하는 것과 너무나도 달랐습니다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가 코딩을 도와주더라도 학습 방향성과 데이터셋 전 처리</a:t>
            </a:r>
            <a:r>
              <a:rPr lang="en-US" altLang="ko-KR" dirty="0"/>
              <a:t> </a:t>
            </a:r>
            <a:r>
              <a:rPr lang="ko-KR" altLang="en-US" dirty="0"/>
              <a:t>설계 등은 매우 중요하다고 느꼈습니다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가정용 컴퓨터로는 학습에 매우 </a:t>
            </a:r>
            <a:r>
              <a:rPr lang="ko-KR" altLang="en-US" dirty="0" err="1"/>
              <a:t>오랜시간이</a:t>
            </a:r>
            <a:r>
              <a:rPr lang="ko-KR" altLang="en-US" dirty="0"/>
              <a:t> 걸리기 때문에 더욱 정교한 설계가 중요하다고 생각했습니다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향후엔 </a:t>
            </a:r>
            <a:r>
              <a:rPr lang="en-US" altLang="ko-KR" dirty="0"/>
              <a:t>Vue, docker, Fast-API</a:t>
            </a:r>
            <a:r>
              <a:rPr lang="ko-KR" altLang="en-US" dirty="0"/>
              <a:t>를 이용해</a:t>
            </a:r>
            <a:endParaRPr lang="en-US" altLang="ko-KR" dirty="0"/>
          </a:p>
          <a:p>
            <a:r>
              <a:rPr lang="ko-KR" altLang="en-US" dirty="0"/>
              <a:t>초기 목표였던 웹</a:t>
            </a:r>
            <a:r>
              <a:rPr lang="en-US" altLang="ko-KR" dirty="0"/>
              <a:t>-</a:t>
            </a:r>
            <a:r>
              <a:rPr lang="ko-KR" altLang="en-US" dirty="0"/>
              <a:t>앱 서비스를 </a:t>
            </a:r>
            <a:r>
              <a:rPr lang="ko-KR" altLang="en-US" dirty="0" err="1"/>
              <a:t>구현하고싶습니다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1681</Words>
  <Application>Microsoft Macintosh PowerPoint</Application>
  <PresentationFormat>화면 슬라이드 쇼(16:9)</PresentationFormat>
  <Paragraphs>347</Paragraphs>
  <Slides>23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BM JUA OTF</vt:lpstr>
      <vt:lpstr>D2Coding ligature</vt:lpstr>
      <vt:lpstr>GangwonEduPower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서민기</cp:lastModifiedBy>
  <cp:revision>32</cp:revision>
  <dcterms:created xsi:type="dcterms:W3CDTF">2025-06-03T07:40:06Z</dcterms:created>
  <dcterms:modified xsi:type="dcterms:W3CDTF">2025-06-04T02:29:29Z</dcterms:modified>
</cp:coreProperties>
</file>